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84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</p:sldIdLst>
  <p:sldSz cy="5143500" cx="9144000"/>
  <p:notesSz cx="6858000" cy="9144000"/>
  <p:embeddedFontLst>
    <p:embeddedFont>
      <p:font typeface="Lexend Light"/>
      <p:regular r:id="rId10"/>
      <p:bold r:id="rId11"/>
    </p:embeddedFont>
    <p:embeddedFont>
      <p:font typeface="Lexend Medium"/>
      <p:regular r:id="rId12"/>
      <p:bold r:id="rId13"/>
    </p:embeddedFont>
    <p:embeddedFont>
      <p:font typeface="DM Sans SemiBold"/>
      <p:regular r:id="rId14"/>
      <p:bold r:id="rId15"/>
      <p:italic r:id="rId16"/>
      <p:boldItalic r:id="rId17"/>
    </p:embeddedFont>
    <p:embeddedFont>
      <p:font typeface="Lexend"/>
      <p:regular r:id="rId18"/>
      <p:bold r:id="rId19"/>
    </p:embeddedFont>
    <p:embeddedFont>
      <p:font typeface="DM Sans"/>
      <p:regular r:id="rId20"/>
      <p:bold r:id="rId21"/>
      <p:italic r:id="rId22"/>
      <p:boldItalic r:id="rId2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DMSans-regular.fntdata"/><Relationship Id="rId22" Type="http://schemas.openxmlformats.org/officeDocument/2006/relationships/font" Target="fonts/DMSans-italic.fntdata"/><Relationship Id="rId21" Type="http://schemas.openxmlformats.org/officeDocument/2006/relationships/font" Target="fonts/DMSans-bold.fntdata"/><Relationship Id="rId23" Type="http://schemas.openxmlformats.org/officeDocument/2006/relationships/font" Target="fonts/DMSans-bold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font" Target="fonts/LexendLight-bold.fntdata"/><Relationship Id="rId10" Type="http://schemas.openxmlformats.org/officeDocument/2006/relationships/font" Target="fonts/LexendLight-regular.fntdata"/><Relationship Id="rId13" Type="http://schemas.openxmlformats.org/officeDocument/2006/relationships/font" Target="fonts/LexendMedium-bold.fntdata"/><Relationship Id="rId12" Type="http://schemas.openxmlformats.org/officeDocument/2006/relationships/font" Target="fonts/LexendMedium-regular.fntdata"/><Relationship Id="rId15" Type="http://schemas.openxmlformats.org/officeDocument/2006/relationships/font" Target="fonts/DMSansSemiBold-bold.fntdata"/><Relationship Id="rId14" Type="http://schemas.openxmlformats.org/officeDocument/2006/relationships/font" Target="fonts/DMSansSemiBold-regular.fntdata"/><Relationship Id="rId17" Type="http://schemas.openxmlformats.org/officeDocument/2006/relationships/font" Target="fonts/DMSansSemiBold-boldItalic.fntdata"/><Relationship Id="rId16" Type="http://schemas.openxmlformats.org/officeDocument/2006/relationships/font" Target="fonts/DMSansSemiBold-italic.fntdata"/><Relationship Id="rId19" Type="http://schemas.openxmlformats.org/officeDocument/2006/relationships/font" Target="fonts/Lexend-bold.fntdata"/><Relationship Id="rId18" Type="http://schemas.openxmlformats.org/officeDocument/2006/relationships/font" Target="fonts/Lexend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g3655877da0e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5" name="Google Shape;295;g3655877da0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g3655877da0e_0_12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4" name="Google Shape;304;g3655877da0e_0_12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g3865b6e8845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3" name="Google Shape;313;g3865b6e8845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g37f0a150a8e_5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2" name="Google Shape;322;g37f0a150a8e_5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116485" y="2712675"/>
            <a:ext cx="5311200" cy="186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152606" y="832000"/>
            <a:ext cx="2434500" cy="65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Font typeface="Lexend Light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cxnSp>
        <p:nvCxnSpPr>
          <p:cNvPr id="12" name="Google Shape;12;p2"/>
          <p:cNvCxnSpPr/>
          <p:nvPr/>
        </p:nvCxnSpPr>
        <p:spPr>
          <a:xfrm>
            <a:off x="244425" y="4726725"/>
            <a:ext cx="86709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13" name="Google Shape;13;p2"/>
          <p:cNvGrpSpPr/>
          <p:nvPr/>
        </p:nvGrpSpPr>
        <p:grpSpPr>
          <a:xfrm>
            <a:off x="5866315" y="66973"/>
            <a:ext cx="2954947" cy="4587953"/>
            <a:chOff x="5866315" y="130139"/>
            <a:chExt cx="2954947" cy="4587953"/>
          </a:xfrm>
        </p:grpSpPr>
        <p:grpSp>
          <p:nvGrpSpPr>
            <p:cNvPr id="14" name="Google Shape;14;p2"/>
            <p:cNvGrpSpPr/>
            <p:nvPr/>
          </p:nvGrpSpPr>
          <p:grpSpPr>
            <a:xfrm rot="1800044">
              <a:off x="7145788" y="375652"/>
              <a:ext cx="1341270" cy="1340671"/>
              <a:chOff x="2441905" y="1248288"/>
              <a:chExt cx="1341300" cy="1340700"/>
            </a:xfrm>
          </p:grpSpPr>
          <p:sp>
            <p:nvSpPr>
              <p:cNvPr id="15" name="Google Shape;15;p2"/>
              <p:cNvSpPr/>
              <p:nvPr/>
            </p:nvSpPr>
            <p:spPr>
              <a:xfrm>
                <a:off x="2442055" y="1248288"/>
                <a:ext cx="1341000" cy="1340700"/>
              </a:xfrm>
              <a:prstGeom prst="roundRect">
                <a:avLst>
                  <a:gd fmla="val 16667" name="adj"/>
                </a:avLst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dk1"/>
                  </a:solidFill>
                </a:endParaRPr>
              </a:p>
            </p:txBody>
          </p:sp>
          <p:sp>
            <p:nvSpPr>
              <p:cNvPr id="16" name="Google Shape;16;p2"/>
              <p:cNvSpPr/>
              <p:nvPr/>
            </p:nvSpPr>
            <p:spPr>
              <a:xfrm rot="-945">
                <a:off x="2567155" y="1373238"/>
                <a:ext cx="1090800" cy="1090800"/>
              </a:xfrm>
              <a:prstGeom prst="flowChartConnector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dk1"/>
                  </a:solidFill>
                </a:endParaRPr>
              </a:p>
            </p:txBody>
          </p:sp>
        </p:grpSp>
        <p:grpSp>
          <p:nvGrpSpPr>
            <p:cNvPr id="17" name="Google Shape;17;p2"/>
            <p:cNvGrpSpPr/>
            <p:nvPr/>
          </p:nvGrpSpPr>
          <p:grpSpPr>
            <a:xfrm rot="2400131">
              <a:off x="7078016" y="3672082"/>
              <a:ext cx="868477" cy="868477"/>
              <a:chOff x="5015268" y="2960846"/>
              <a:chExt cx="868500" cy="868500"/>
            </a:xfrm>
          </p:grpSpPr>
          <p:sp>
            <p:nvSpPr>
              <p:cNvPr id="18" name="Google Shape;18;p2"/>
              <p:cNvSpPr/>
              <p:nvPr/>
            </p:nvSpPr>
            <p:spPr>
              <a:xfrm>
                <a:off x="5015268" y="2960846"/>
                <a:ext cx="868500" cy="868500"/>
              </a:xfrm>
              <a:prstGeom prst="roundRect">
                <a:avLst>
                  <a:gd fmla="val 14552" name="adj"/>
                </a:avLst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dk1"/>
                  </a:solidFill>
                </a:endParaRPr>
              </a:p>
            </p:txBody>
          </p:sp>
          <p:grpSp>
            <p:nvGrpSpPr>
              <p:cNvPr id="19" name="Google Shape;19;p2"/>
              <p:cNvGrpSpPr/>
              <p:nvPr/>
            </p:nvGrpSpPr>
            <p:grpSpPr>
              <a:xfrm>
                <a:off x="5133918" y="3105078"/>
                <a:ext cx="631200" cy="580035"/>
                <a:chOff x="5133582" y="3105408"/>
                <a:chExt cx="631200" cy="580035"/>
              </a:xfrm>
            </p:grpSpPr>
            <p:sp>
              <p:nvSpPr>
                <p:cNvPr id="20" name="Google Shape;20;p2"/>
                <p:cNvSpPr/>
                <p:nvPr/>
              </p:nvSpPr>
              <p:spPr>
                <a:xfrm rot="-4902">
                  <a:off x="5133582" y="3105858"/>
                  <a:ext cx="631201" cy="192300"/>
                </a:xfrm>
                <a:prstGeom prst="flowChartConnector">
                  <a:avLst/>
                </a:prstGeom>
                <a:noFill/>
                <a:ln cap="flat" cmpd="sng" w="19050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</a:endParaRPr>
                </a:p>
              </p:txBody>
            </p:sp>
            <p:sp>
              <p:nvSpPr>
                <p:cNvPr id="21" name="Google Shape;21;p2"/>
                <p:cNvSpPr/>
                <p:nvPr/>
              </p:nvSpPr>
              <p:spPr>
                <a:xfrm rot="-4902">
                  <a:off x="5133582" y="3300756"/>
                  <a:ext cx="631201" cy="192300"/>
                </a:xfrm>
                <a:prstGeom prst="flowChartConnector">
                  <a:avLst/>
                </a:prstGeom>
                <a:noFill/>
                <a:ln cap="flat" cmpd="sng" w="19050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</a:endParaRPr>
                </a:p>
              </p:txBody>
            </p:sp>
            <p:sp>
              <p:nvSpPr>
                <p:cNvPr id="22" name="Google Shape;22;p2"/>
                <p:cNvSpPr/>
                <p:nvPr/>
              </p:nvSpPr>
              <p:spPr>
                <a:xfrm rot="-4902">
                  <a:off x="5133582" y="3492693"/>
                  <a:ext cx="631201" cy="192300"/>
                </a:xfrm>
                <a:prstGeom prst="flowChartConnector">
                  <a:avLst/>
                </a:prstGeom>
                <a:noFill/>
                <a:ln cap="flat" cmpd="sng" w="19050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</a:endParaRPr>
                </a:p>
              </p:txBody>
            </p:sp>
          </p:grpSp>
        </p:grpSp>
        <p:grpSp>
          <p:nvGrpSpPr>
            <p:cNvPr id="23" name="Google Shape;23;p2"/>
            <p:cNvGrpSpPr/>
            <p:nvPr/>
          </p:nvGrpSpPr>
          <p:grpSpPr>
            <a:xfrm rot="-600240">
              <a:off x="5979971" y="2008184"/>
              <a:ext cx="2727635" cy="1547250"/>
              <a:chOff x="6121180" y="1963945"/>
              <a:chExt cx="2727900" cy="1547400"/>
            </a:xfrm>
          </p:grpSpPr>
          <p:sp>
            <p:nvSpPr>
              <p:cNvPr id="24" name="Google Shape;24;p2"/>
              <p:cNvSpPr/>
              <p:nvPr/>
            </p:nvSpPr>
            <p:spPr>
              <a:xfrm rot="756">
                <a:off x="6121180" y="1964245"/>
                <a:ext cx="2727900" cy="1546800"/>
              </a:xfrm>
              <a:prstGeom prst="roundRect">
                <a:avLst>
                  <a:gd fmla="val 8047" name="adj"/>
                </a:avLst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dk1"/>
                  </a:solidFill>
                </a:endParaRPr>
              </a:p>
            </p:txBody>
          </p:sp>
          <p:sp>
            <p:nvSpPr>
              <p:cNvPr id="25" name="Google Shape;25;p2"/>
              <p:cNvSpPr/>
              <p:nvPr/>
            </p:nvSpPr>
            <p:spPr>
              <a:xfrm rot="5398209">
                <a:off x="7302225" y="2489024"/>
                <a:ext cx="575700" cy="497400"/>
              </a:xfrm>
              <a:prstGeom prst="triangle">
                <a:avLst>
                  <a:gd fmla="val 50000" name="adj"/>
                </a:avLst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dk1"/>
                  </a:solidFill>
                </a:endParaRPr>
              </a:p>
            </p:txBody>
          </p:sp>
        </p:grpSp>
        <p:grpSp>
          <p:nvGrpSpPr>
            <p:cNvPr id="26" name="Google Shape;26;p2"/>
            <p:cNvGrpSpPr/>
            <p:nvPr/>
          </p:nvGrpSpPr>
          <p:grpSpPr>
            <a:xfrm rot="-839923">
              <a:off x="6099076" y="520245"/>
              <a:ext cx="889199" cy="1584298"/>
              <a:chOff x="3614175" y="406175"/>
              <a:chExt cx="889200" cy="1584300"/>
            </a:xfrm>
          </p:grpSpPr>
          <p:sp>
            <p:nvSpPr>
              <p:cNvPr id="27" name="Google Shape;27;p2"/>
              <p:cNvSpPr/>
              <p:nvPr/>
            </p:nvSpPr>
            <p:spPr>
              <a:xfrm rot="4652">
                <a:off x="3615375" y="406774"/>
                <a:ext cx="886801" cy="1583102"/>
              </a:xfrm>
              <a:prstGeom prst="roundRect">
                <a:avLst>
                  <a:gd fmla="val 11359" name="adj"/>
                </a:avLst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dk1"/>
                  </a:solidFill>
                </a:endParaRPr>
              </a:p>
            </p:txBody>
          </p:sp>
          <p:sp>
            <p:nvSpPr>
              <p:cNvPr id="28" name="Google Shape;28;p2"/>
              <p:cNvSpPr/>
              <p:nvPr/>
            </p:nvSpPr>
            <p:spPr>
              <a:xfrm rot="4290">
                <a:off x="3698175" y="488088"/>
                <a:ext cx="721201" cy="1100701"/>
              </a:xfrm>
              <a:prstGeom prst="roundRect">
                <a:avLst>
                  <a:gd fmla="val 8619" name="adj"/>
                </a:avLst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dk1"/>
                  </a:solidFill>
                </a:endParaRPr>
              </a:p>
            </p:txBody>
          </p:sp>
          <p:sp>
            <p:nvSpPr>
              <p:cNvPr id="29" name="Google Shape;29;p2"/>
              <p:cNvSpPr/>
              <p:nvPr/>
            </p:nvSpPr>
            <p:spPr>
              <a:xfrm rot="5431">
                <a:off x="3682773" y="1655743"/>
                <a:ext cx="752005" cy="252558"/>
              </a:xfrm>
              <a:prstGeom prst="flowChartTerminator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dk1"/>
                  </a:solidFill>
                </a:endParaRPr>
              </a:p>
            </p:txBody>
          </p:sp>
        </p:grpSp>
        <p:sp>
          <p:nvSpPr>
            <p:cNvPr id="30" name="Google Shape;30;p2"/>
            <p:cNvSpPr/>
            <p:nvPr/>
          </p:nvSpPr>
          <p:spPr>
            <a:xfrm>
              <a:off x="6830386" y="186612"/>
              <a:ext cx="464700" cy="402300"/>
            </a:xfrm>
            <a:prstGeom prst="triangle">
              <a:avLst>
                <a:gd fmla="val 50000" name="adj"/>
              </a:avLst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31" name="Google Shape;31;p2"/>
            <p:cNvSpPr/>
            <p:nvPr/>
          </p:nvSpPr>
          <p:spPr>
            <a:xfrm>
              <a:off x="7742824" y="3481655"/>
              <a:ext cx="325200" cy="325200"/>
            </a:xfrm>
            <a:prstGeom prst="ellipse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32" name="Google Shape;32;p2"/>
            <p:cNvSpPr/>
            <p:nvPr/>
          </p:nvSpPr>
          <p:spPr>
            <a:xfrm>
              <a:off x="8288974" y="1467844"/>
              <a:ext cx="325200" cy="325200"/>
            </a:xfrm>
            <a:prstGeom prst="ellipse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33" name="Google Shape;33;p2"/>
            <p:cNvSpPr/>
            <p:nvPr/>
          </p:nvSpPr>
          <p:spPr>
            <a:xfrm rot="2400046">
              <a:off x="6545745" y="3772294"/>
              <a:ext cx="428439" cy="428439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</p:grpSp>
      <p:sp>
        <p:nvSpPr>
          <p:cNvPr id="34" name="Google Shape;34;p2"/>
          <p:cNvSpPr txBox="1"/>
          <p:nvPr>
            <p:ph idx="12" type="sldNum"/>
          </p:nvPr>
        </p:nvSpPr>
        <p:spPr>
          <a:xfrm>
            <a:off x="8461460" y="4726725"/>
            <a:ext cx="548700" cy="30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5" name="Google Shape;35;p2"/>
          <p:cNvSpPr txBox="1"/>
          <p:nvPr>
            <p:ph idx="2" type="body"/>
          </p:nvPr>
        </p:nvSpPr>
        <p:spPr>
          <a:xfrm>
            <a:off x="2657270" y="4726725"/>
            <a:ext cx="1492800" cy="30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9pPr>
          </a:lstStyle>
          <a:p/>
        </p:txBody>
      </p:sp>
      <p:sp>
        <p:nvSpPr>
          <p:cNvPr id="36" name="Google Shape;36;p2"/>
          <p:cNvSpPr txBox="1"/>
          <p:nvPr>
            <p:ph idx="3" type="body"/>
          </p:nvPr>
        </p:nvSpPr>
        <p:spPr>
          <a:xfrm>
            <a:off x="155625" y="4726725"/>
            <a:ext cx="1492800" cy="30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154">
          <p15:clr>
            <a:srgbClr val="E46962"/>
          </p15:clr>
        </p15:guide>
        <p15:guide id="2" pos="5617">
          <p15:clr>
            <a:srgbClr val="E46962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_4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39" name="Google Shape;39;p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40" name="Google Shape;40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_HEADER_1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4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43" name="Google Shape;43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TITLE_AND_BODY_1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6" name="Google Shape;46;p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7" name="Google Shape;47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TITLE_AND_TWO_COLUMNS_1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0" name="Google Shape;50;p6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51" name="Google Shape;51;p6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52" name="Google Shape;52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_ONLY_1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5" name="Google Shape;55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_1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8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58" name="Google Shape;58;p8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59" name="Google Shape;59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_1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9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62" name="Google Shape;62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_1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0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10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66" name="Google Shape;66;p10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67" name="Google Shape;67;p10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68" name="Google Shape;68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_1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1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</a:lstStyle>
          <a:p/>
        </p:txBody>
      </p:sp>
      <p:sp>
        <p:nvSpPr>
          <p:cNvPr id="71" name="Google Shape;71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_1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2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74" name="Google Shape;74;p12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75" name="Google Shape;75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CUSTOM_7_1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4"/>
          <p:cNvSpPr txBox="1"/>
          <p:nvPr>
            <p:ph type="title"/>
          </p:nvPr>
        </p:nvSpPr>
        <p:spPr>
          <a:xfrm>
            <a:off x="677325" y="1832775"/>
            <a:ext cx="3217200" cy="148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0" name="Google Shape;80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1" name="Google Shape;81;p14"/>
          <p:cNvSpPr txBox="1"/>
          <p:nvPr>
            <p:ph idx="1" type="subTitle"/>
          </p:nvPr>
        </p:nvSpPr>
        <p:spPr>
          <a:xfrm>
            <a:off x="4406650" y="39375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2" name="Google Shape;82;p14"/>
          <p:cNvSpPr txBox="1"/>
          <p:nvPr>
            <p:ph idx="2" type="subTitle"/>
          </p:nvPr>
        </p:nvSpPr>
        <p:spPr>
          <a:xfrm>
            <a:off x="4406650" y="115170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3" name="Google Shape;83;p14"/>
          <p:cNvSpPr txBox="1"/>
          <p:nvPr>
            <p:ph idx="3" type="subTitle"/>
          </p:nvPr>
        </p:nvSpPr>
        <p:spPr>
          <a:xfrm>
            <a:off x="4406650" y="342557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4" name="Google Shape;84;p14"/>
          <p:cNvSpPr txBox="1"/>
          <p:nvPr>
            <p:ph idx="4" type="subTitle"/>
          </p:nvPr>
        </p:nvSpPr>
        <p:spPr>
          <a:xfrm>
            <a:off x="4406650" y="190966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5" name="Google Shape;85;p14"/>
          <p:cNvSpPr txBox="1"/>
          <p:nvPr>
            <p:ph idx="5" type="subTitle"/>
          </p:nvPr>
        </p:nvSpPr>
        <p:spPr>
          <a:xfrm>
            <a:off x="4406650" y="418352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6" name="Google Shape;86;p14"/>
          <p:cNvSpPr txBox="1"/>
          <p:nvPr>
            <p:ph idx="6" type="subTitle"/>
          </p:nvPr>
        </p:nvSpPr>
        <p:spPr>
          <a:xfrm>
            <a:off x="4406650" y="266761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">
  <p:cSld name="CUSTOM_8_1"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9" name="Google Shape;89;p15"/>
          <p:cNvSpPr txBox="1"/>
          <p:nvPr>
            <p:ph idx="1" type="body"/>
          </p:nvPr>
        </p:nvSpPr>
        <p:spPr>
          <a:xfrm>
            <a:off x="311700" y="1152475"/>
            <a:ext cx="4473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90" name="Google Shape;90;p15"/>
          <p:cNvSpPr/>
          <p:nvPr>
            <p:ph idx="2" type="pic"/>
          </p:nvPr>
        </p:nvSpPr>
        <p:spPr>
          <a:xfrm>
            <a:off x="4992024" y="1152775"/>
            <a:ext cx="3840300" cy="3416400"/>
          </a:xfrm>
          <a:prstGeom prst="rect">
            <a:avLst/>
          </a:prstGeom>
          <a:noFill/>
          <a:ln>
            <a:noFill/>
          </a:ln>
        </p:spPr>
      </p:sp>
      <p:sp>
        <p:nvSpPr>
          <p:cNvPr id="91" name="Google Shape;91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">
  <p:cSld name="CUSTOM_1"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4" name="Google Shape;94;p16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95" name="Google Shape;95;p16"/>
          <p:cNvSpPr txBox="1"/>
          <p:nvPr>
            <p:ph idx="1" type="body"/>
          </p:nvPr>
        </p:nvSpPr>
        <p:spPr>
          <a:xfrm>
            <a:off x="48315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96" name="Google Shape;96;p16"/>
          <p:cNvSpPr txBox="1"/>
          <p:nvPr>
            <p:ph idx="2" type="body"/>
          </p:nvPr>
        </p:nvSpPr>
        <p:spPr>
          <a:xfrm>
            <a:off x="504800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97" name="Google Shape;97;p16"/>
          <p:cNvSpPr txBox="1"/>
          <p:nvPr>
            <p:ph idx="3" type="subTitle"/>
          </p:nvPr>
        </p:nvSpPr>
        <p:spPr>
          <a:xfrm>
            <a:off x="48315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98" name="Google Shape;98;p16"/>
          <p:cNvSpPr txBox="1"/>
          <p:nvPr>
            <p:ph idx="4" type="subTitle"/>
          </p:nvPr>
        </p:nvSpPr>
        <p:spPr>
          <a:xfrm>
            <a:off x="504800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">
  <p:cSld name="CUSTOM_2_2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1" name="Google Shape;101;p17"/>
          <p:cNvSpPr txBox="1"/>
          <p:nvPr>
            <p:ph idx="1" type="body"/>
          </p:nvPr>
        </p:nvSpPr>
        <p:spPr>
          <a:xfrm>
            <a:off x="4831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02" name="Google Shape;102;p17"/>
          <p:cNvSpPr txBox="1"/>
          <p:nvPr>
            <p:ph idx="2" type="body"/>
          </p:nvPr>
        </p:nvSpPr>
        <p:spPr>
          <a:xfrm>
            <a:off x="334772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03" name="Google Shape;103;p17"/>
          <p:cNvSpPr txBox="1"/>
          <p:nvPr>
            <p:ph idx="3" type="body"/>
          </p:nvPr>
        </p:nvSpPr>
        <p:spPr>
          <a:xfrm>
            <a:off x="62122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04" name="Google Shape;104;p17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105" name="Google Shape;105;p17"/>
          <p:cNvSpPr txBox="1"/>
          <p:nvPr>
            <p:ph idx="4" type="subTitle"/>
          </p:nvPr>
        </p:nvSpPr>
        <p:spPr>
          <a:xfrm>
            <a:off x="4831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06" name="Google Shape;106;p17"/>
          <p:cNvSpPr txBox="1"/>
          <p:nvPr>
            <p:ph idx="5" type="subTitle"/>
          </p:nvPr>
        </p:nvSpPr>
        <p:spPr>
          <a:xfrm>
            <a:off x="334772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07" name="Google Shape;107;p17"/>
          <p:cNvSpPr txBox="1"/>
          <p:nvPr>
            <p:ph idx="6" type="subTitle"/>
          </p:nvPr>
        </p:nvSpPr>
        <p:spPr>
          <a:xfrm>
            <a:off x="62122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">
  <p:cSld name="CUSTOM_3_1"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0" name="Google Shape;110;p18"/>
          <p:cNvSpPr txBox="1"/>
          <p:nvPr>
            <p:ph idx="1" type="body"/>
          </p:nvPr>
        </p:nvSpPr>
        <p:spPr>
          <a:xfrm>
            <a:off x="366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11" name="Google Shape;111;p18"/>
          <p:cNvSpPr txBox="1"/>
          <p:nvPr>
            <p:ph idx="2" type="body"/>
          </p:nvPr>
        </p:nvSpPr>
        <p:spPr>
          <a:xfrm>
            <a:off x="4938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12" name="Google Shape;112;p18"/>
          <p:cNvSpPr txBox="1"/>
          <p:nvPr>
            <p:ph idx="3" type="body"/>
          </p:nvPr>
        </p:nvSpPr>
        <p:spPr>
          <a:xfrm>
            <a:off x="366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13" name="Google Shape;113;p18"/>
          <p:cNvSpPr txBox="1"/>
          <p:nvPr>
            <p:ph idx="4" type="body"/>
          </p:nvPr>
        </p:nvSpPr>
        <p:spPr>
          <a:xfrm>
            <a:off x="4938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14" name="Google Shape;114;p18"/>
          <p:cNvSpPr txBox="1"/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115" name="Google Shape;115;p18"/>
          <p:cNvSpPr txBox="1"/>
          <p:nvPr>
            <p:ph idx="5" type="subTitle"/>
          </p:nvPr>
        </p:nvSpPr>
        <p:spPr>
          <a:xfrm>
            <a:off x="366763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16" name="Google Shape;116;p18"/>
          <p:cNvSpPr txBox="1"/>
          <p:nvPr>
            <p:ph idx="6" type="subTitle"/>
          </p:nvPr>
        </p:nvSpPr>
        <p:spPr>
          <a:xfrm>
            <a:off x="4938738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17" name="Google Shape;117;p18"/>
          <p:cNvSpPr txBox="1"/>
          <p:nvPr>
            <p:ph idx="7" type="subTitle"/>
          </p:nvPr>
        </p:nvSpPr>
        <p:spPr>
          <a:xfrm>
            <a:off x="4938761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18" name="Google Shape;118;p18"/>
          <p:cNvSpPr txBox="1"/>
          <p:nvPr>
            <p:ph idx="8" type="subTitle"/>
          </p:nvPr>
        </p:nvSpPr>
        <p:spPr>
          <a:xfrm>
            <a:off x="366750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">
  <p:cSld name="TITLE_ONLY_1_1"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21" name="Google Shape;121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22" name="Google Shape;122;p19"/>
          <p:cNvSpPr/>
          <p:nvPr>
            <p:ph idx="2" type="pic"/>
          </p:nvPr>
        </p:nvSpPr>
        <p:spPr>
          <a:xfrm>
            <a:off x="311700" y="1170425"/>
            <a:ext cx="8520600" cy="3492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">
  <p:cSld name="CUSTOM_4_1"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0"/>
          <p:cNvSpPr txBox="1"/>
          <p:nvPr>
            <p:ph idx="1" type="body"/>
          </p:nvPr>
        </p:nvSpPr>
        <p:spPr>
          <a:xfrm>
            <a:off x="311700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25" name="Google Shape;125;p20"/>
          <p:cNvSpPr/>
          <p:nvPr>
            <p:ph idx="2" type="pic"/>
          </p:nvPr>
        </p:nvSpPr>
        <p:spPr>
          <a:xfrm>
            <a:off x="48048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126" name="Google Shape;126;p20"/>
          <p:cNvSpPr/>
          <p:nvPr>
            <p:ph idx="3" type="pic"/>
          </p:nvPr>
        </p:nvSpPr>
        <p:spPr>
          <a:xfrm>
            <a:off x="3117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127" name="Google Shape;127;p20"/>
          <p:cNvSpPr txBox="1"/>
          <p:nvPr>
            <p:ph idx="4" type="body"/>
          </p:nvPr>
        </p:nvSpPr>
        <p:spPr>
          <a:xfrm>
            <a:off x="4804825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28" name="Google Shape;128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29" name="Google Shape;129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0" name="Google Shape;130;p20"/>
          <p:cNvSpPr txBox="1"/>
          <p:nvPr>
            <p:ph idx="5" type="subTitle"/>
          </p:nvPr>
        </p:nvSpPr>
        <p:spPr>
          <a:xfrm>
            <a:off x="3117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31" name="Google Shape;131;p20"/>
          <p:cNvSpPr txBox="1"/>
          <p:nvPr>
            <p:ph idx="6" type="subTitle"/>
          </p:nvPr>
        </p:nvSpPr>
        <p:spPr>
          <a:xfrm>
            <a:off x="48048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">
  <p:cSld name="CUSTOM_4_1_1"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1"/>
          <p:cNvSpPr txBox="1"/>
          <p:nvPr>
            <p:ph idx="1" type="body"/>
          </p:nvPr>
        </p:nvSpPr>
        <p:spPr>
          <a:xfrm>
            <a:off x="31170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34" name="Google Shape;134;p21"/>
          <p:cNvSpPr/>
          <p:nvPr>
            <p:ph idx="2" type="pic"/>
          </p:nvPr>
        </p:nvSpPr>
        <p:spPr>
          <a:xfrm>
            <a:off x="62052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135" name="Google Shape;135;p21"/>
          <p:cNvSpPr/>
          <p:nvPr>
            <p:ph idx="3" type="pic"/>
          </p:nvPr>
        </p:nvSpPr>
        <p:spPr>
          <a:xfrm>
            <a:off x="3117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136" name="Google Shape;136;p21"/>
          <p:cNvSpPr txBox="1"/>
          <p:nvPr>
            <p:ph idx="4" type="body"/>
          </p:nvPr>
        </p:nvSpPr>
        <p:spPr>
          <a:xfrm>
            <a:off x="6205225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37" name="Google Shape;137;p21"/>
          <p:cNvSpPr/>
          <p:nvPr>
            <p:ph idx="5" type="pic"/>
          </p:nvPr>
        </p:nvSpPr>
        <p:spPr>
          <a:xfrm>
            <a:off x="3255250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138" name="Google Shape;138;p21"/>
          <p:cNvSpPr txBox="1"/>
          <p:nvPr>
            <p:ph idx="6" type="body"/>
          </p:nvPr>
        </p:nvSpPr>
        <p:spPr>
          <a:xfrm>
            <a:off x="325525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39" name="Google Shape;139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40" name="Google Shape;140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41" name="Google Shape;141;p21"/>
          <p:cNvSpPr txBox="1"/>
          <p:nvPr>
            <p:ph idx="7" type="subTitle"/>
          </p:nvPr>
        </p:nvSpPr>
        <p:spPr>
          <a:xfrm>
            <a:off x="3117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42" name="Google Shape;142;p21"/>
          <p:cNvSpPr txBox="1"/>
          <p:nvPr>
            <p:ph idx="8" type="subTitle"/>
          </p:nvPr>
        </p:nvSpPr>
        <p:spPr>
          <a:xfrm>
            <a:off x="62052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43" name="Google Shape;143;p21"/>
          <p:cNvSpPr txBox="1"/>
          <p:nvPr>
            <p:ph idx="9" type="subTitle"/>
          </p:nvPr>
        </p:nvSpPr>
        <p:spPr>
          <a:xfrm>
            <a:off x="3255250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only">
  <p:cSld name="CUSTOM_5_1"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2"/>
          <p:cNvSpPr/>
          <p:nvPr>
            <p:ph idx="2" type="pic"/>
          </p:nvPr>
        </p:nvSpPr>
        <p:spPr>
          <a:xfrm>
            <a:off x="311700" y="445025"/>
            <a:ext cx="8520600" cy="4218300"/>
          </a:xfrm>
          <a:prstGeom prst="rect">
            <a:avLst/>
          </a:prstGeom>
          <a:noFill/>
          <a:ln>
            <a:noFill/>
          </a:ln>
        </p:spPr>
      </p:sp>
      <p:sp>
        <p:nvSpPr>
          <p:cNvPr id="146" name="Google Shape;146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rid">
  <p:cSld name="CUSTOM_6_1"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49" name="Google Shape;149;p23"/>
          <p:cNvSpPr/>
          <p:nvPr>
            <p:ph idx="2" type="pic"/>
          </p:nvPr>
        </p:nvSpPr>
        <p:spPr>
          <a:xfrm>
            <a:off x="338960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50" name="Google Shape;150;p23"/>
          <p:cNvSpPr/>
          <p:nvPr>
            <p:ph idx="3" type="pic"/>
          </p:nvPr>
        </p:nvSpPr>
        <p:spPr>
          <a:xfrm>
            <a:off x="5195935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51" name="Google Shape;151;p23"/>
          <p:cNvSpPr/>
          <p:nvPr>
            <p:ph idx="4" type="pic"/>
          </p:nvPr>
        </p:nvSpPr>
        <p:spPr>
          <a:xfrm>
            <a:off x="700227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52" name="Google Shape;152;p23"/>
          <p:cNvSpPr/>
          <p:nvPr>
            <p:ph idx="5" type="pic"/>
          </p:nvPr>
        </p:nvSpPr>
        <p:spPr>
          <a:xfrm>
            <a:off x="3389588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53" name="Google Shape;153;p23"/>
          <p:cNvSpPr/>
          <p:nvPr>
            <p:ph idx="6" type="pic"/>
          </p:nvPr>
        </p:nvSpPr>
        <p:spPr>
          <a:xfrm>
            <a:off x="5195922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54" name="Google Shape;154;p23"/>
          <p:cNvSpPr/>
          <p:nvPr>
            <p:ph idx="7" type="pic"/>
          </p:nvPr>
        </p:nvSpPr>
        <p:spPr>
          <a:xfrm>
            <a:off x="7002257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55" name="Google Shape;155;p23"/>
          <p:cNvSpPr txBox="1"/>
          <p:nvPr>
            <p:ph type="title"/>
          </p:nvPr>
        </p:nvSpPr>
        <p:spPr>
          <a:xfrm>
            <a:off x="351550" y="445025"/>
            <a:ext cx="2596800" cy="170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6" name="Google Shape;156;p23"/>
          <p:cNvSpPr/>
          <p:nvPr>
            <p:ph idx="8" type="pic"/>
          </p:nvPr>
        </p:nvSpPr>
        <p:spPr>
          <a:xfrm>
            <a:off x="3389588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57" name="Google Shape;157;p23"/>
          <p:cNvSpPr/>
          <p:nvPr>
            <p:ph idx="9" type="pic"/>
          </p:nvPr>
        </p:nvSpPr>
        <p:spPr>
          <a:xfrm>
            <a:off x="5195922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58" name="Google Shape;158;p23"/>
          <p:cNvSpPr/>
          <p:nvPr>
            <p:ph idx="13" type="pic"/>
          </p:nvPr>
        </p:nvSpPr>
        <p:spPr>
          <a:xfrm>
            <a:off x="7002257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pos="5564">
          <p15:clr>
            <a:srgbClr val="E46962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ro with Image">
  <p:cSld name="TITLE_1_1"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0" name="Google Shape;160;p24"/>
          <p:cNvCxnSpPr/>
          <p:nvPr/>
        </p:nvCxnSpPr>
        <p:spPr>
          <a:xfrm>
            <a:off x="244425" y="4726725"/>
            <a:ext cx="86709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61" name="Google Shape;161;p24"/>
          <p:cNvSpPr txBox="1"/>
          <p:nvPr>
            <p:ph idx="12" type="sldNum"/>
          </p:nvPr>
        </p:nvSpPr>
        <p:spPr>
          <a:xfrm>
            <a:off x="8461460" y="4726725"/>
            <a:ext cx="548700" cy="30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62" name="Google Shape;162;p24"/>
          <p:cNvSpPr txBox="1"/>
          <p:nvPr>
            <p:ph idx="1" type="body"/>
          </p:nvPr>
        </p:nvSpPr>
        <p:spPr>
          <a:xfrm>
            <a:off x="2657270" y="4726725"/>
            <a:ext cx="1492800" cy="30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9pPr>
          </a:lstStyle>
          <a:p/>
        </p:txBody>
      </p:sp>
      <p:sp>
        <p:nvSpPr>
          <p:cNvPr id="163" name="Google Shape;163;p24"/>
          <p:cNvSpPr txBox="1"/>
          <p:nvPr>
            <p:ph idx="2" type="body"/>
          </p:nvPr>
        </p:nvSpPr>
        <p:spPr>
          <a:xfrm>
            <a:off x="155625" y="4726725"/>
            <a:ext cx="1492800" cy="30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9pPr>
          </a:lstStyle>
          <a:p/>
        </p:txBody>
      </p:sp>
      <p:sp>
        <p:nvSpPr>
          <p:cNvPr id="164" name="Google Shape;164;p24"/>
          <p:cNvSpPr txBox="1"/>
          <p:nvPr>
            <p:ph type="title"/>
          </p:nvPr>
        </p:nvSpPr>
        <p:spPr>
          <a:xfrm>
            <a:off x="146450" y="186951"/>
            <a:ext cx="4506900" cy="255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000"/>
              <a:buFont typeface="Lexend"/>
              <a:buNone/>
              <a:defRPr sz="4000">
                <a:latin typeface="Lexend"/>
                <a:ea typeface="Lexend"/>
                <a:cs typeface="Lexend"/>
                <a:sym typeface="Lexend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65" name="Google Shape;165;p24"/>
          <p:cNvSpPr txBox="1"/>
          <p:nvPr>
            <p:ph idx="3" type="body"/>
          </p:nvPr>
        </p:nvSpPr>
        <p:spPr>
          <a:xfrm>
            <a:off x="5145950" y="230050"/>
            <a:ext cx="3420900" cy="173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■"/>
              <a:defRPr/>
            </a:lvl9pPr>
          </a:lstStyle>
          <a:p/>
        </p:txBody>
      </p:sp>
      <p:sp>
        <p:nvSpPr>
          <p:cNvPr id="166" name="Google Shape;166;p24"/>
          <p:cNvSpPr/>
          <p:nvPr>
            <p:ph idx="4" type="pic"/>
          </p:nvPr>
        </p:nvSpPr>
        <p:spPr>
          <a:xfrm>
            <a:off x="5256200" y="1554480"/>
            <a:ext cx="3200400" cy="45171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  <p:extLst>
    <p:ext uri="{DCECCB84-F9BA-43D5-87BE-67443E8EF086}">
      <p15:sldGuideLst>
        <p15:guide id="1" pos="154">
          <p15:clr>
            <a:srgbClr val="E46962"/>
          </p15:clr>
        </p15:guide>
        <p15:guide id="2" pos="5617">
          <p15:clr>
            <a:srgbClr val="E46962"/>
          </p15:clr>
        </p15:guide>
        <p15:guide id="3" orient="horz" pos="216">
          <p15:clr>
            <a:srgbClr val="E46962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eatures 1">
  <p:cSld name="TITLE_1_1_1"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8" name="Google Shape;168;p25"/>
          <p:cNvCxnSpPr/>
          <p:nvPr/>
        </p:nvCxnSpPr>
        <p:spPr>
          <a:xfrm>
            <a:off x="245938" y="4726725"/>
            <a:ext cx="86709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69" name="Google Shape;169;p25"/>
          <p:cNvSpPr txBox="1"/>
          <p:nvPr>
            <p:ph idx="12" type="sldNum"/>
          </p:nvPr>
        </p:nvSpPr>
        <p:spPr>
          <a:xfrm>
            <a:off x="8461460" y="4726725"/>
            <a:ext cx="548700" cy="30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70" name="Google Shape;170;p25"/>
          <p:cNvSpPr txBox="1"/>
          <p:nvPr>
            <p:ph idx="1" type="body"/>
          </p:nvPr>
        </p:nvSpPr>
        <p:spPr>
          <a:xfrm>
            <a:off x="2657270" y="4726725"/>
            <a:ext cx="1492800" cy="30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9pPr>
          </a:lstStyle>
          <a:p/>
        </p:txBody>
      </p:sp>
      <p:sp>
        <p:nvSpPr>
          <p:cNvPr id="171" name="Google Shape;171;p25"/>
          <p:cNvSpPr txBox="1"/>
          <p:nvPr>
            <p:ph idx="2" type="body"/>
          </p:nvPr>
        </p:nvSpPr>
        <p:spPr>
          <a:xfrm>
            <a:off x="155625" y="4726725"/>
            <a:ext cx="1492800" cy="30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9pPr>
          </a:lstStyle>
          <a:p/>
        </p:txBody>
      </p:sp>
      <p:sp>
        <p:nvSpPr>
          <p:cNvPr id="172" name="Google Shape;172;p25"/>
          <p:cNvSpPr txBox="1"/>
          <p:nvPr>
            <p:ph type="title"/>
          </p:nvPr>
        </p:nvSpPr>
        <p:spPr>
          <a:xfrm>
            <a:off x="146450" y="182880"/>
            <a:ext cx="4506900" cy="113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000"/>
              <a:buFont typeface="Lexend"/>
              <a:buNone/>
              <a:defRPr sz="4000">
                <a:latin typeface="Lexend"/>
                <a:ea typeface="Lexend"/>
                <a:cs typeface="Lexend"/>
                <a:sym typeface="Lexend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73" name="Google Shape;173;p25"/>
          <p:cNvSpPr txBox="1"/>
          <p:nvPr>
            <p:ph idx="3" type="body"/>
          </p:nvPr>
        </p:nvSpPr>
        <p:spPr>
          <a:xfrm>
            <a:off x="157138" y="3840480"/>
            <a:ext cx="2583600" cy="73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●"/>
              <a:defRPr/>
            </a:lvl1pPr>
            <a:lvl2pPr indent="-304800" lvl="1" marL="9144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○"/>
              <a:defRPr/>
            </a:lvl2pPr>
            <a:lvl3pPr indent="-304800" lvl="2" marL="13716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■"/>
              <a:defRPr/>
            </a:lvl3pPr>
            <a:lvl4pPr indent="-304800" lvl="3" marL="18288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●"/>
              <a:defRPr/>
            </a:lvl4pPr>
            <a:lvl5pPr indent="-304800" lvl="4" marL="22860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○"/>
              <a:defRPr/>
            </a:lvl5pPr>
            <a:lvl6pPr indent="-304800" lvl="5" marL="27432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■"/>
              <a:defRPr/>
            </a:lvl6pPr>
            <a:lvl7pPr indent="-304800" lvl="6" marL="32004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●"/>
              <a:defRPr/>
            </a:lvl7pPr>
            <a:lvl8pPr indent="-304800" lvl="7" marL="36576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○"/>
              <a:defRPr/>
            </a:lvl8pPr>
            <a:lvl9pPr indent="-304800" lvl="8" marL="41148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■"/>
              <a:defRPr/>
            </a:lvl9pPr>
          </a:lstStyle>
          <a:p/>
        </p:txBody>
      </p:sp>
      <p:sp>
        <p:nvSpPr>
          <p:cNvPr id="174" name="Google Shape;174;p25"/>
          <p:cNvSpPr txBox="1"/>
          <p:nvPr>
            <p:ph idx="4" type="body"/>
          </p:nvPr>
        </p:nvSpPr>
        <p:spPr>
          <a:xfrm>
            <a:off x="3280200" y="3840480"/>
            <a:ext cx="2583600" cy="73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●"/>
              <a:defRPr/>
            </a:lvl1pPr>
            <a:lvl2pPr indent="-304800" lvl="1" marL="9144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○"/>
              <a:defRPr/>
            </a:lvl2pPr>
            <a:lvl3pPr indent="-304800" lvl="2" marL="13716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■"/>
              <a:defRPr/>
            </a:lvl3pPr>
            <a:lvl4pPr indent="-304800" lvl="3" marL="18288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●"/>
              <a:defRPr/>
            </a:lvl4pPr>
            <a:lvl5pPr indent="-304800" lvl="4" marL="22860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○"/>
              <a:defRPr/>
            </a:lvl5pPr>
            <a:lvl6pPr indent="-304800" lvl="5" marL="27432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■"/>
              <a:defRPr/>
            </a:lvl6pPr>
            <a:lvl7pPr indent="-304800" lvl="6" marL="32004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●"/>
              <a:defRPr/>
            </a:lvl7pPr>
            <a:lvl8pPr indent="-304800" lvl="7" marL="36576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○"/>
              <a:defRPr/>
            </a:lvl8pPr>
            <a:lvl9pPr indent="-304800" lvl="8" marL="41148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■"/>
              <a:defRPr/>
            </a:lvl9pPr>
          </a:lstStyle>
          <a:p/>
        </p:txBody>
      </p:sp>
      <p:sp>
        <p:nvSpPr>
          <p:cNvPr id="175" name="Google Shape;175;p25"/>
          <p:cNvSpPr txBox="1"/>
          <p:nvPr>
            <p:ph idx="5" type="body"/>
          </p:nvPr>
        </p:nvSpPr>
        <p:spPr>
          <a:xfrm>
            <a:off x="6406288" y="3840480"/>
            <a:ext cx="2583600" cy="73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●"/>
              <a:defRPr/>
            </a:lvl1pPr>
            <a:lvl2pPr indent="-304800" lvl="1" marL="9144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○"/>
              <a:defRPr/>
            </a:lvl2pPr>
            <a:lvl3pPr indent="-304800" lvl="2" marL="13716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■"/>
              <a:defRPr/>
            </a:lvl3pPr>
            <a:lvl4pPr indent="-304800" lvl="3" marL="18288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●"/>
              <a:defRPr/>
            </a:lvl4pPr>
            <a:lvl5pPr indent="-304800" lvl="4" marL="22860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○"/>
              <a:defRPr/>
            </a:lvl5pPr>
            <a:lvl6pPr indent="-304800" lvl="5" marL="27432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■"/>
              <a:defRPr/>
            </a:lvl6pPr>
            <a:lvl7pPr indent="-304800" lvl="6" marL="32004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●"/>
              <a:defRPr/>
            </a:lvl7pPr>
            <a:lvl8pPr indent="-304800" lvl="7" marL="36576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○"/>
              <a:defRPr/>
            </a:lvl8pPr>
            <a:lvl9pPr indent="-304800" lvl="8" marL="41148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■"/>
              <a:defRPr/>
            </a:lvl9pPr>
          </a:lstStyle>
          <a:p/>
        </p:txBody>
      </p:sp>
      <p:sp>
        <p:nvSpPr>
          <p:cNvPr id="176" name="Google Shape;176;p25"/>
          <p:cNvSpPr txBox="1"/>
          <p:nvPr>
            <p:ph idx="6" type="subTitle"/>
          </p:nvPr>
        </p:nvSpPr>
        <p:spPr>
          <a:xfrm>
            <a:off x="154113" y="3566150"/>
            <a:ext cx="2586600" cy="30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 sz="140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9pPr>
          </a:lstStyle>
          <a:p/>
        </p:txBody>
      </p:sp>
      <p:sp>
        <p:nvSpPr>
          <p:cNvPr id="177" name="Google Shape;177;p25"/>
          <p:cNvSpPr txBox="1"/>
          <p:nvPr>
            <p:ph idx="7" type="subTitle"/>
          </p:nvPr>
        </p:nvSpPr>
        <p:spPr>
          <a:xfrm>
            <a:off x="3280200" y="3566160"/>
            <a:ext cx="2583600" cy="30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 sz="140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9pPr>
          </a:lstStyle>
          <a:p/>
        </p:txBody>
      </p:sp>
      <p:sp>
        <p:nvSpPr>
          <p:cNvPr id="178" name="Google Shape;178;p25"/>
          <p:cNvSpPr txBox="1"/>
          <p:nvPr>
            <p:ph idx="8" type="subTitle"/>
          </p:nvPr>
        </p:nvSpPr>
        <p:spPr>
          <a:xfrm>
            <a:off x="6406288" y="3566160"/>
            <a:ext cx="2583600" cy="30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 sz="140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154">
          <p15:clr>
            <a:srgbClr val="E46962"/>
          </p15:clr>
        </p15:guide>
        <p15:guide id="2" pos="5617">
          <p15:clr>
            <a:srgbClr val="E46962"/>
          </p15:clr>
        </p15:guide>
        <p15:guide id="3" orient="horz" pos="216">
          <p15:clr>
            <a:srgbClr val="E46962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eatures 2">
  <p:cSld name="TITLE_1_1_1_1"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80" name="Google Shape;180;p26"/>
          <p:cNvCxnSpPr/>
          <p:nvPr/>
        </p:nvCxnSpPr>
        <p:spPr>
          <a:xfrm>
            <a:off x="245938" y="4726725"/>
            <a:ext cx="86709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81" name="Google Shape;181;p26"/>
          <p:cNvSpPr txBox="1"/>
          <p:nvPr>
            <p:ph idx="12" type="sldNum"/>
          </p:nvPr>
        </p:nvSpPr>
        <p:spPr>
          <a:xfrm>
            <a:off x="8461460" y="4726725"/>
            <a:ext cx="548700" cy="30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82" name="Google Shape;182;p26"/>
          <p:cNvSpPr txBox="1"/>
          <p:nvPr>
            <p:ph idx="1" type="body"/>
          </p:nvPr>
        </p:nvSpPr>
        <p:spPr>
          <a:xfrm>
            <a:off x="2657270" y="4726725"/>
            <a:ext cx="1492800" cy="30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9pPr>
          </a:lstStyle>
          <a:p/>
        </p:txBody>
      </p:sp>
      <p:sp>
        <p:nvSpPr>
          <p:cNvPr id="183" name="Google Shape;183;p26"/>
          <p:cNvSpPr txBox="1"/>
          <p:nvPr>
            <p:ph idx="2" type="body"/>
          </p:nvPr>
        </p:nvSpPr>
        <p:spPr>
          <a:xfrm>
            <a:off x="155625" y="4726725"/>
            <a:ext cx="1492800" cy="30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9pPr>
          </a:lstStyle>
          <a:p/>
        </p:txBody>
      </p:sp>
      <p:sp>
        <p:nvSpPr>
          <p:cNvPr id="184" name="Google Shape;184;p26"/>
          <p:cNvSpPr txBox="1"/>
          <p:nvPr>
            <p:ph type="title"/>
          </p:nvPr>
        </p:nvSpPr>
        <p:spPr>
          <a:xfrm>
            <a:off x="708600" y="1371600"/>
            <a:ext cx="3441600" cy="912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Font typeface="Lexend"/>
              <a:buNone/>
              <a:defRPr sz="30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5" name="Google Shape;185;p26"/>
          <p:cNvSpPr txBox="1"/>
          <p:nvPr>
            <p:ph idx="3" type="body"/>
          </p:nvPr>
        </p:nvSpPr>
        <p:spPr>
          <a:xfrm>
            <a:off x="708600" y="2414025"/>
            <a:ext cx="3294300" cy="113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■"/>
              <a:defRPr/>
            </a:lvl9pPr>
          </a:lstStyle>
          <a:p/>
        </p:txBody>
      </p:sp>
      <p:sp>
        <p:nvSpPr>
          <p:cNvPr id="186" name="Google Shape;186;p26"/>
          <p:cNvSpPr txBox="1"/>
          <p:nvPr>
            <p:ph idx="4" type="body"/>
          </p:nvPr>
        </p:nvSpPr>
        <p:spPr>
          <a:xfrm>
            <a:off x="4114800" y="1538254"/>
            <a:ext cx="2241300" cy="73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●"/>
              <a:defRPr/>
            </a:lvl1pPr>
            <a:lvl2pPr indent="-304800" lvl="1" marL="9144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○"/>
              <a:defRPr/>
            </a:lvl2pPr>
            <a:lvl3pPr indent="-304800" lvl="2" marL="13716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■"/>
              <a:defRPr/>
            </a:lvl3pPr>
            <a:lvl4pPr indent="-304800" lvl="3" marL="18288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●"/>
              <a:defRPr/>
            </a:lvl4pPr>
            <a:lvl5pPr indent="-304800" lvl="4" marL="22860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○"/>
              <a:defRPr/>
            </a:lvl5pPr>
            <a:lvl6pPr indent="-304800" lvl="5" marL="27432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■"/>
              <a:defRPr/>
            </a:lvl6pPr>
            <a:lvl7pPr indent="-304800" lvl="6" marL="32004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●"/>
              <a:defRPr/>
            </a:lvl7pPr>
            <a:lvl8pPr indent="-304800" lvl="7" marL="36576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○"/>
              <a:defRPr/>
            </a:lvl8pPr>
            <a:lvl9pPr indent="-304800" lvl="8" marL="41148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■"/>
              <a:defRPr/>
            </a:lvl9pPr>
          </a:lstStyle>
          <a:p/>
        </p:txBody>
      </p:sp>
      <p:sp>
        <p:nvSpPr>
          <p:cNvPr id="187" name="Google Shape;187;p26"/>
          <p:cNvSpPr txBox="1"/>
          <p:nvPr>
            <p:ph idx="5" type="subTitle"/>
          </p:nvPr>
        </p:nvSpPr>
        <p:spPr>
          <a:xfrm>
            <a:off x="4114800" y="1263925"/>
            <a:ext cx="2243700" cy="30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 sz="140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9pPr>
          </a:lstStyle>
          <a:p/>
        </p:txBody>
      </p:sp>
      <p:sp>
        <p:nvSpPr>
          <p:cNvPr id="188" name="Google Shape;188;p26"/>
          <p:cNvSpPr txBox="1"/>
          <p:nvPr>
            <p:ph idx="6" type="body"/>
          </p:nvPr>
        </p:nvSpPr>
        <p:spPr>
          <a:xfrm>
            <a:off x="6492240" y="1538254"/>
            <a:ext cx="2241300" cy="73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●"/>
              <a:defRPr/>
            </a:lvl1pPr>
            <a:lvl2pPr indent="-304800" lvl="1" marL="9144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○"/>
              <a:defRPr/>
            </a:lvl2pPr>
            <a:lvl3pPr indent="-304800" lvl="2" marL="13716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■"/>
              <a:defRPr/>
            </a:lvl3pPr>
            <a:lvl4pPr indent="-304800" lvl="3" marL="18288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●"/>
              <a:defRPr/>
            </a:lvl4pPr>
            <a:lvl5pPr indent="-304800" lvl="4" marL="22860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○"/>
              <a:defRPr/>
            </a:lvl5pPr>
            <a:lvl6pPr indent="-304800" lvl="5" marL="27432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■"/>
              <a:defRPr/>
            </a:lvl6pPr>
            <a:lvl7pPr indent="-304800" lvl="6" marL="32004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●"/>
              <a:defRPr/>
            </a:lvl7pPr>
            <a:lvl8pPr indent="-304800" lvl="7" marL="36576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○"/>
              <a:defRPr/>
            </a:lvl8pPr>
            <a:lvl9pPr indent="-304800" lvl="8" marL="41148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■"/>
              <a:defRPr/>
            </a:lvl9pPr>
          </a:lstStyle>
          <a:p/>
        </p:txBody>
      </p:sp>
      <p:sp>
        <p:nvSpPr>
          <p:cNvPr id="189" name="Google Shape;189;p26"/>
          <p:cNvSpPr txBox="1"/>
          <p:nvPr>
            <p:ph idx="7" type="subTitle"/>
          </p:nvPr>
        </p:nvSpPr>
        <p:spPr>
          <a:xfrm>
            <a:off x="6492240" y="1263925"/>
            <a:ext cx="2243700" cy="30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 sz="140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9pPr>
          </a:lstStyle>
          <a:p/>
        </p:txBody>
      </p:sp>
      <p:sp>
        <p:nvSpPr>
          <p:cNvPr id="190" name="Google Shape;190;p26"/>
          <p:cNvSpPr txBox="1"/>
          <p:nvPr>
            <p:ph idx="8" type="body"/>
          </p:nvPr>
        </p:nvSpPr>
        <p:spPr>
          <a:xfrm>
            <a:off x="4114800" y="3763029"/>
            <a:ext cx="2241300" cy="73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●"/>
              <a:defRPr/>
            </a:lvl1pPr>
            <a:lvl2pPr indent="-304800" lvl="1" marL="9144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○"/>
              <a:defRPr/>
            </a:lvl2pPr>
            <a:lvl3pPr indent="-304800" lvl="2" marL="13716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■"/>
              <a:defRPr/>
            </a:lvl3pPr>
            <a:lvl4pPr indent="-304800" lvl="3" marL="18288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●"/>
              <a:defRPr/>
            </a:lvl4pPr>
            <a:lvl5pPr indent="-304800" lvl="4" marL="22860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○"/>
              <a:defRPr/>
            </a:lvl5pPr>
            <a:lvl6pPr indent="-304800" lvl="5" marL="27432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■"/>
              <a:defRPr/>
            </a:lvl6pPr>
            <a:lvl7pPr indent="-304800" lvl="6" marL="32004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●"/>
              <a:defRPr/>
            </a:lvl7pPr>
            <a:lvl8pPr indent="-304800" lvl="7" marL="36576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○"/>
              <a:defRPr/>
            </a:lvl8pPr>
            <a:lvl9pPr indent="-304800" lvl="8" marL="41148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■"/>
              <a:defRPr/>
            </a:lvl9pPr>
          </a:lstStyle>
          <a:p/>
        </p:txBody>
      </p:sp>
      <p:sp>
        <p:nvSpPr>
          <p:cNvPr id="191" name="Google Shape;191;p26"/>
          <p:cNvSpPr txBox="1"/>
          <p:nvPr>
            <p:ph idx="9" type="subTitle"/>
          </p:nvPr>
        </p:nvSpPr>
        <p:spPr>
          <a:xfrm>
            <a:off x="4114800" y="3488700"/>
            <a:ext cx="2243700" cy="30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 sz="140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9pPr>
          </a:lstStyle>
          <a:p/>
        </p:txBody>
      </p:sp>
      <p:sp>
        <p:nvSpPr>
          <p:cNvPr id="192" name="Google Shape;192;p26"/>
          <p:cNvSpPr txBox="1"/>
          <p:nvPr>
            <p:ph idx="13" type="body"/>
          </p:nvPr>
        </p:nvSpPr>
        <p:spPr>
          <a:xfrm>
            <a:off x="6492240" y="3763029"/>
            <a:ext cx="2241300" cy="73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●"/>
              <a:defRPr/>
            </a:lvl1pPr>
            <a:lvl2pPr indent="-304800" lvl="1" marL="9144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○"/>
              <a:defRPr/>
            </a:lvl2pPr>
            <a:lvl3pPr indent="-304800" lvl="2" marL="13716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■"/>
              <a:defRPr/>
            </a:lvl3pPr>
            <a:lvl4pPr indent="-304800" lvl="3" marL="18288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●"/>
              <a:defRPr/>
            </a:lvl4pPr>
            <a:lvl5pPr indent="-304800" lvl="4" marL="22860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○"/>
              <a:defRPr/>
            </a:lvl5pPr>
            <a:lvl6pPr indent="-304800" lvl="5" marL="27432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■"/>
              <a:defRPr/>
            </a:lvl6pPr>
            <a:lvl7pPr indent="-304800" lvl="6" marL="32004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●"/>
              <a:defRPr/>
            </a:lvl7pPr>
            <a:lvl8pPr indent="-304800" lvl="7" marL="36576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○"/>
              <a:defRPr/>
            </a:lvl8pPr>
            <a:lvl9pPr indent="-304800" lvl="8" marL="41148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■"/>
              <a:defRPr/>
            </a:lvl9pPr>
          </a:lstStyle>
          <a:p/>
        </p:txBody>
      </p:sp>
      <p:sp>
        <p:nvSpPr>
          <p:cNvPr id="193" name="Google Shape;193;p26"/>
          <p:cNvSpPr txBox="1"/>
          <p:nvPr>
            <p:ph idx="14" type="subTitle"/>
          </p:nvPr>
        </p:nvSpPr>
        <p:spPr>
          <a:xfrm>
            <a:off x="6492240" y="3488700"/>
            <a:ext cx="2243700" cy="30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 sz="140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154">
          <p15:clr>
            <a:srgbClr val="E46962"/>
          </p15:clr>
        </p15:guide>
        <p15:guide id="2" pos="5617">
          <p15:clr>
            <a:srgbClr val="E46962"/>
          </p15:clr>
        </p15:guide>
        <p15:guide id="3" orient="horz" pos="216">
          <p15:clr>
            <a:srgbClr val="E46962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eadline Left ">
  <p:cSld name="TITLE_1_1_1_1_1"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95" name="Google Shape;195;p27"/>
          <p:cNvCxnSpPr/>
          <p:nvPr/>
        </p:nvCxnSpPr>
        <p:spPr>
          <a:xfrm>
            <a:off x="245938" y="4726725"/>
            <a:ext cx="86709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96" name="Google Shape;196;p27"/>
          <p:cNvSpPr txBox="1"/>
          <p:nvPr>
            <p:ph idx="12" type="sldNum"/>
          </p:nvPr>
        </p:nvSpPr>
        <p:spPr>
          <a:xfrm>
            <a:off x="8461460" y="4726725"/>
            <a:ext cx="548700" cy="30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97" name="Google Shape;197;p27"/>
          <p:cNvSpPr txBox="1"/>
          <p:nvPr>
            <p:ph idx="1" type="body"/>
          </p:nvPr>
        </p:nvSpPr>
        <p:spPr>
          <a:xfrm>
            <a:off x="2657270" y="4726725"/>
            <a:ext cx="1492800" cy="30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9pPr>
          </a:lstStyle>
          <a:p/>
        </p:txBody>
      </p:sp>
      <p:sp>
        <p:nvSpPr>
          <p:cNvPr id="198" name="Google Shape;198;p27"/>
          <p:cNvSpPr txBox="1"/>
          <p:nvPr>
            <p:ph idx="2" type="body"/>
          </p:nvPr>
        </p:nvSpPr>
        <p:spPr>
          <a:xfrm>
            <a:off x="155625" y="4726725"/>
            <a:ext cx="1492800" cy="30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9pPr>
          </a:lstStyle>
          <a:p/>
        </p:txBody>
      </p:sp>
      <p:sp>
        <p:nvSpPr>
          <p:cNvPr id="199" name="Google Shape;199;p27"/>
          <p:cNvSpPr txBox="1"/>
          <p:nvPr>
            <p:ph type="title"/>
          </p:nvPr>
        </p:nvSpPr>
        <p:spPr>
          <a:xfrm>
            <a:off x="708600" y="1371600"/>
            <a:ext cx="3294300" cy="912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Font typeface="Lexend"/>
              <a:buNone/>
              <a:defRPr sz="30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00" name="Google Shape;200;p27"/>
          <p:cNvSpPr txBox="1"/>
          <p:nvPr>
            <p:ph idx="3" type="body"/>
          </p:nvPr>
        </p:nvSpPr>
        <p:spPr>
          <a:xfrm>
            <a:off x="708600" y="2414025"/>
            <a:ext cx="3294300" cy="113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154">
          <p15:clr>
            <a:srgbClr val="E46962"/>
          </p15:clr>
        </p15:guide>
        <p15:guide id="2" pos="5617">
          <p15:clr>
            <a:srgbClr val="E46962"/>
          </p15:clr>
        </p15:guide>
        <p15:guide id="3" orient="horz" pos="216">
          <p15:clr>
            <a:srgbClr val="E46962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eadline Right">
  <p:cSld name="TITLE_1_1_1_1_1_2"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02" name="Google Shape;202;p28"/>
          <p:cNvCxnSpPr/>
          <p:nvPr/>
        </p:nvCxnSpPr>
        <p:spPr>
          <a:xfrm>
            <a:off x="245938" y="4726725"/>
            <a:ext cx="86709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03" name="Google Shape;203;p28"/>
          <p:cNvSpPr txBox="1"/>
          <p:nvPr>
            <p:ph idx="12" type="sldNum"/>
          </p:nvPr>
        </p:nvSpPr>
        <p:spPr>
          <a:xfrm>
            <a:off x="8461460" y="4726725"/>
            <a:ext cx="548700" cy="30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04" name="Google Shape;204;p28"/>
          <p:cNvSpPr txBox="1"/>
          <p:nvPr>
            <p:ph idx="1" type="body"/>
          </p:nvPr>
        </p:nvSpPr>
        <p:spPr>
          <a:xfrm>
            <a:off x="2657270" y="4726725"/>
            <a:ext cx="1492800" cy="30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9pPr>
          </a:lstStyle>
          <a:p/>
        </p:txBody>
      </p:sp>
      <p:sp>
        <p:nvSpPr>
          <p:cNvPr id="205" name="Google Shape;205;p28"/>
          <p:cNvSpPr txBox="1"/>
          <p:nvPr>
            <p:ph idx="2" type="body"/>
          </p:nvPr>
        </p:nvSpPr>
        <p:spPr>
          <a:xfrm>
            <a:off x="155625" y="4726725"/>
            <a:ext cx="1492800" cy="30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9pPr>
          </a:lstStyle>
          <a:p/>
        </p:txBody>
      </p:sp>
      <p:sp>
        <p:nvSpPr>
          <p:cNvPr id="206" name="Google Shape;206;p28"/>
          <p:cNvSpPr txBox="1"/>
          <p:nvPr>
            <p:ph type="title"/>
          </p:nvPr>
        </p:nvSpPr>
        <p:spPr>
          <a:xfrm>
            <a:off x="5366000" y="1371600"/>
            <a:ext cx="3294300" cy="912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Font typeface="Lexend"/>
              <a:buNone/>
              <a:defRPr sz="30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07" name="Google Shape;207;p28"/>
          <p:cNvSpPr txBox="1"/>
          <p:nvPr>
            <p:ph idx="3" type="body"/>
          </p:nvPr>
        </p:nvSpPr>
        <p:spPr>
          <a:xfrm>
            <a:off x="5366000" y="2414025"/>
            <a:ext cx="3294300" cy="113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154">
          <p15:clr>
            <a:srgbClr val="E46962"/>
          </p15:clr>
        </p15:guide>
        <p15:guide id="2" pos="5617">
          <p15:clr>
            <a:srgbClr val="E46962"/>
          </p15:clr>
        </p15:guide>
        <p15:guide id="3" orient="horz" pos="216">
          <p15:clr>
            <a:srgbClr val="E46962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blank">
  <p:cSld name="TITLE_1_1_1_1_1_2_2"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09" name="Google Shape;209;p29"/>
          <p:cNvCxnSpPr/>
          <p:nvPr/>
        </p:nvCxnSpPr>
        <p:spPr>
          <a:xfrm>
            <a:off x="245938" y="4726725"/>
            <a:ext cx="86709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10" name="Google Shape;210;p29"/>
          <p:cNvSpPr txBox="1"/>
          <p:nvPr>
            <p:ph idx="12" type="sldNum"/>
          </p:nvPr>
        </p:nvSpPr>
        <p:spPr>
          <a:xfrm>
            <a:off x="8461460" y="4726725"/>
            <a:ext cx="548700" cy="30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11" name="Google Shape;211;p29"/>
          <p:cNvSpPr txBox="1"/>
          <p:nvPr>
            <p:ph idx="1" type="body"/>
          </p:nvPr>
        </p:nvSpPr>
        <p:spPr>
          <a:xfrm>
            <a:off x="2657270" y="4726725"/>
            <a:ext cx="1492800" cy="30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9pPr>
          </a:lstStyle>
          <a:p/>
        </p:txBody>
      </p:sp>
      <p:sp>
        <p:nvSpPr>
          <p:cNvPr id="212" name="Google Shape;212;p29"/>
          <p:cNvSpPr txBox="1"/>
          <p:nvPr>
            <p:ph idx="2" type="body"/>
          </p:nvPr>
        </p:nvSpPr>
        <p:spPr>
          <a:xfrm>
            <a:off x="155625" y="4726725"/>
            <a:ext cx="1492800" cy="30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154">
          <p15:clr>
            <a:srgbClr val="E46962"/>
          </p15:clr>
        </p15:guide>
        <p15:guide id="2" pos="5617">
          <p15:clr>
            <a:srgbClr val="E46962"/>
          </p15:clr>
        </p15:guide>
        <p15:guide id="3" orient="horz" pos="216">
          <p15:clr>
            <a:srgbClr val="E46962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eadline Top">
  <p:cSld name="TITLE_1_1_1_1_1_2_1"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4" name="Google Shape;214;p30"/>
          <p:cNvCxnSpPr/>
          <p:nvPr/>
        </p:nvCxnSpPr>
        <p:spPr>
          <a:xfrm>
            <a:off x="245938" y="4726725"/>
            <a:ext cx="86709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15" name="Google Shape;215;p30"/>
          <p:cNvSpPr txBox="1"/>
          <p:nvPr>
            <p:ph idx="12" type="sldNum"/>
          </p:nvPr>
        </p:nvSpPr>
        <p:spPr>
          <a:xfrm>
            <a:off x="8461460" y="4726725"/>
            <a:ext cx="548700" cy="30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16" name="Google Shape;216;p30"/>
          <p:cNvSpPr txBox="1"/>
          <p:nvPr>
            <p:ph idx="1" type="body"/>
          </p:nvPr>
        </p:nvSpPr>
        <p:spPr>
          <a:xfrm>
            <a:off x="2657270" y="4726725"/>
            <a:ext cx="1492800" cy="30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9pPr>
          </a:lstStyle>
          <a:p/>
        </p:txBody>
      </p:sp>
      <p:sp>
        <p:nvSpPr>
          <p:cNvPr id="217" name="Google Shape;217;p30"/>
          <p:cNvSpPr txBox="1"/>
          <p:nvPr>
            <p:ph idx="2" type="body"/>
          </p:nvPr>
        </p:nvSpPr>
        <p:spPr>
          <a:xfrm>
            <a:off x="155625" y="4726725"/>
            <a:ext cx="1492800" cy="30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9pPr>
          </a:lstStyle>
          <a:p/>
        </p:txBody>
      </p:sp>
      <p:sp>
        <p:nvSpPr>
          <p:cNvPr id="218" name="Google Shape;218;p30"/>
          <p:cNvSpPr txBox="1"/>
          <p:nvPr>
            <p:ph type="title"/>
          </p:nvPr>
        </p:nvSpPr>
        <p:spPr>
          <a:xfrm>
            <a:off x="146450" y="186948"/>
            <a:ext cx="4506900" cy="1189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000"/>
              <a:buFont typeface="Lexend"/>
              <a:buNone/>
              <a:defRPr sz="40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19" name="Google Shape;219;p30"/>
          <p:cNvSpPr txBox="1"/>
          <p:nvPr>
            <p:ph idx="3" type="body"/>
          </p:nvPr>
        </p:nvSpPr>
        <p:spPr>
          <a:xfrm>
            <a:off x="5028550" y="230050"/>
            <a:ext cx="3538200" cy="173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154">
          <p15:clr>
            <a:srgbClr val="E46962"/>
          </p15:clr>
        </p15:guide>
        <p15:guide id="2" pos="5617">
          <p15:clr>
            <a:srgbClr val="E46962"/>
          </p15:clr>
        </p15:guide>
        <p15:guide id="3" orient="horz" pos="216">
          <p15:clr>
            <a:srgbClr val="E46962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AQ">
  <p:cSld name="TITLE_1_1_1_1_1_2_1_2"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31"/>
          <p:cNvSpPr txBox="1"/>
          <p:nvPr>
            <p:ph idx="1" type="body"/>
          </p:nvPr>
        </p:nvSpPr>
        <p:spPr>
          <a:xfrm>
            <a:off x="5023625" y="657479"/>
            <a:ext cx="3538200" cy="82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■"/>
              <a:defRPr/>
            </a:lvl9pPr>
          </a:lstStyle>
          <a:p/>
        </p:txBody>
      </p:sp>
      <p:cxnSp>
        <p:nvCxnSpPr>
          <p:cNvPr id="222" name="Google Shape;222;p31"/>
          <p:cNvCxnSpPr/>
          <p:nvPr/>
        </p:nvCxnSpPr>
        <p:spPr>
          <a:xfrm>
            <a:off x="245938" y="4726725"/>
            <a:ext cx="86709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23" name="Google Shape;223;p31"/>
          <p:cNvSpPr txBox="1"/>
          <p:nvPr>
            <p:ph idx="12" type="sldNum"/>
          </p:nvPr>
        </p:nvSpPr>
        <p:spPr>
          <a:xfrm>
            <a:off x="8461460" y="4726725"/>
            <a:ext cx="548700" cy="30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24" name="Google Shape;224;p31"/>
          <p:cNvSpPr txBox="1"/>
          <p:nvPr>
            <p:ph idx="2" type="body"/>
          </p:nvPr>
        </p:nvSpPr>
        <p:spPr>
          <a:xfrm>
            <a:off x="2657270" y="4726725"/>
            <a:ext cx="1492800" cy="30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9pPr>
          </a:lstStyle>
          <a:p/>
        </p:txBody>
      </p:sp>
      <p:sp>
        <p:nvSpPr>
          <p:cNvPr id="225" name="Google Shape;225;p31"/>
          <p:cNvSpPr txBox="1"/>
          <p:nvPr>
            <p:ph idx="3" type="body"/>
          </p:nvPr>
        </p:nvSpPr>
        <p:spPr>
          <a:xfrm>
            <a:off x="155625" y="4726725"/>
            <a:ext cx="1492800" cy="30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9pPr>
          </a:lstStyle>
          <a:p/>
        </p:txBody>
      </p:sp>
      <p:sp>
        <p:nvSpPr>
          <p:cNvPr id="226" name="Google Shape;226;p31"/>
          <p:cNvSpPr txBox="1"/>
          <p:nvPr>
            <p:ph type="title"/>
          </p:nvPr>
        </p:nvSpPr>
        <p:spPr>
          <a:xfrm>
            <a:off x="146450" y="186948"/>
            <a:ext cx="4506900" cy="12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000"/>
              <a:buFont typeface="Lexend"/>
              <a:buNone/>
              <a:defRPr sz="40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7" name="Google Shape;227;p31"/>
          <p:cNvSpPr txBox="1"/>
          <p:nvPr>
            <p:ph idx="4" type="subTitle"/>
          </p:nvPr>
        </p:nvSpPr>
        <p:spPr>
          <a:xfrm>
            <a:off x="5023625" y="218925"/>
            <a:ext cx="3538200" cy="30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Font typeface="Lexend Light"/>
              <a:buNone/>
              <a:defRPr sz="1600">
                <a:latin typeface="Lexend Light"/>
                <a:ea typeface="Lexend Light"/>
                <a:cs typeface="Lexend Light"/>
                <a:sym typeface="Lexend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9pPr>
          </a:lstStyle>
          <a:p/>
        </p:txBody>
      </p:sp>
      <p:sp>
        <p:nvSpPr>
          <p:cNvPr id="228" name="Google Shape;228;p31"/>
          <p:cNvSpPr txBox="1"/>
          <p:nvPr>
            <p:ph idx="5" type="body"/>
          </p:nvPr>
        </p:nvSpPr>
        <p:spPr>
          <a:xfrm>
            <a:off x="5023625" y="2214467"/>
            <a:ext cx="3538200" cy="82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■"/>
              <a:defRPr/>
            </a:lvl9pPr>
          </a:lstStyle>
          <a:p/>
        </p:txBody>
      </p:sp>
      <p:sp>
        <p:nvSpPr>
          <p:cNvPr id="229" name="Google Shape;229;p31"/>
          <p:cNvSpPr txBox="1"/>
          <p:nvPr>
            <p:ph idx="6" type="subTitle"/>
          </p:nvPr>
        </p:nvSpPr>
        <p:spPr>
          <a:xfrm>
            <a:off x="5023625" y="1775913"/>
            <a:ext cx="3538200" cy="30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Font typeface="Lexend Light"/>
              <a:buNone/>
              <a:defRPr sz="1600">
                <a:latin typeface="Lexend Light"/>
                <a:ea typeface="Lexend Light"/>
                <a:cs typeface="Lexend Light"/>
                <a:sym typeface="Lexend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9pPr>
          </a:lstStyle>
          <a:p/>
        </p:txBody>
      </p:sp>
      <p:sp>
        <p:nvSpPr>
          <p:cNvPr id="230" name="Google Shape;230;p31"/>
          <p:cNvSpPr txBox="1"/>
          <p:nvPr>
            <p:ph idx="7" type="body"/>
          </p:nvPr>
        </p:nvSpPr>
        <p:spPr>
          <a:xfrm>
            <a:off x="5023625" y="3771454"/>
            <a:ext cx="3538200" cy="82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■"/>
              <a:defRPr/>
            </a:lvl9pPr>
          </a:lstStyle>
          <a:p/>
        </p:txBody>
      </p:sp>
      <p:sp>
        <p:nvSpPr>
          <p:cNvPr id="231" name="Google Shape;231;p31"/>
          <p:cNvSpPr txBox="1"/>
          <p:nvPr>
            <p:ph idx="8" type="subTitle"/>
          </p:nvPr>
        </p:nvSpPr>
        <p:spPr>
          <a:xfrm>
            <a:off x="5023625" y="3332900"/>
            <a:ext cx="3538200" cy="30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Font typeface="Lexend Light"/>
              <a:buNone/>
              <a:defRPr sz="1600">
                <a:latin typeface="Lexend Light"/>
                <a:ea typeface="Lexend Light"/>
                <a:cs typeface="Lexend Light"/>
                <a:sym typeface="Lexend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154">
          <p15:clr>
            <a:srgbClr val="E46962"/>
          </p15:clr>
        </p15:guide>
        <p15:guide id="2" pos="5617">
          <p15:clr>
            <a:srgbClr val="E46962"/>
          </p15:clr>
        </p15:guide>
        <p15:guide id="3" orient="horz" pos="216">
          <p15:clr>
            <a:srgbClr val="E46962"/>
          </p15:clr>
        </p15:guide>
      </p15:sldGuideLst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Recap">
  <p:cSld name="TITLE_1_1_1_1_1_2_1_1"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33" name="Google Shape;233;p32"/>
          <p:cNvCxnSpPr/>
          <p:nvPr/>
        </p:nvCxnSpPr>
        <p:spPr>
          <a:xfrm>
            <a:off x="245938" y="4726725"/>
            <a:ext cx="86709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34" name="Google Shape;234;p32"/>
          <p:cNvSpPr txBox="1"/>
          <p:nvPr>
            <p:ph idx="12" type="sldNum"/>
          </p:nvPr>
        </p:nvSpPr>
        <p:spPr>
          <a:xfrm>
            <a:off x="8461460" y="4726725"/>
            <a:ext cx="548700" cy="30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35" name="Google Shape;235;p32"/>
          <p:cNvSpPr txBox="1"/>
          <p:nvPr>
            <p:ph idx="1" type="body"/>
          </p:nvPr>
        </p:nvSpPr>
        <p:spPr>
          <a:xfrm>
            <a:off x="2657270" y="4726725"/>
            <a:ext cx="1492800" cy="30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9pPr>
          </a:lstStyle>
          <a:p/>
        </p:txBody>
      </p:sp>
      <p:sp>
        <p:nvSpPr>
          <p:cNvPr id="236" name="Google Shape;236;p32"/>
          <p:cNvSpPr txBox="1"/>
          <p:nvPr>
            <p:ph idx="2" type="body"/>
          </p:nvPr>
        </p:nvSpPr>
        <p:spPr>
          <a:xfrm>
            <a:off x="155625" y="4726725"/>
            <a:ext cx="1492800" cy="30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9pPr>
          </a:lstStyle>
          <a:p/>
        </p:txBody>
      </p:sp>
      <p:sp>
        <p:nvSpPr>
          <p:cNvPr id="237" name="Google Shape;237;p32"/>
          <p:cNvSpPr txBox="1"/>
          <p:nvPr>
            <p:ph type="title"/>
          </p:nvPr>
        </p:nvSpPr>
        <p:spPr>
          <a:xfrm>
            <a:off x="146450" y="186949"/>
            <a:ext cx="4506900" cy="73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000"/>
              <a:buFont typeface="Lexend"/>
              <a:buNone/>
              <a:defRPr sz="40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38" name="Google Shape;238;p32"/>
          <p:cNvSpPr txBox="1"/>
          <p:nvPr>
            <p:ph idx="3" type="body"/>
          </p:nvPr>
        </p:nvSpPr>
        <p:spPr>
          <a:xfrm>
            <a:off x="146450" y="2054029"/>
            <a:ext cx="3420000" cy="73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■"/>
              <a:defRPr/>
            </a:lvl9pPr>
          </a:lstStyle>
          <a:p/>
        </p:txBody>
      </p:sp>
      <p:sp>
        <p:nvSpPr>
          <p:cNvPr id="239" name="Google Shape;239;p32"/>
          <p:cNvSpPr txBox="1"/>
          <p:nvPr>
            <p:ph idx="4" type="subTitle"/>
          </p:nvPr>
        </p:nvSpPr>
        <p:spPr>
          <a:xfrm>
            <a:off x="146450" y="1615475"/>
            <a:ext cx="3423600" cy="30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Font typeface="Lexend Light"/>
              <a:buNone/>
              <a:defRPr sz="1600">
                <a:latin typeface="Lexend Light"/>
                <a:ea typeface="Lexend Light"/>
                <a:cs typeface="Lexend Light"/>
                <a:sym typeface="Lexend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9pPr>
          </a:lstStyle>
          <a:p/>
        </p:txBody>
      </p:sp>
      <p:sp>
        <p:nvSpPr>
          <p:cNvPr id="240" name="Google Shape;240;p32"/>
          <p:cNvSpPr txBox="1"/>
          <p:nvPr>
            <p:ph idx="5" type="body"/>
          </p:nvPr>
        </p:nvSpPr>
        <p:spPr>
          <a:xfrm>
            <a:off x="146450" y="3418408"/>
            <a:ext cx="3420000" cy="73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■"/>
              <a:defRPr/>
            </a:lvl9pPr>
          </a:lstStyle>
          <a:p/>
        </p:txBody>
      </p:sp>
      <p:sp>
        <p:nvSpPr>
          <p:cNvPr id="241" name="Google Shape;241;p32"/>
          <p:cNvSpPr txBox="1"/>
          <p:nvPr>
            <p:ph idx="6" type="subTitle"/>
          </p:nvPr>
        </p:nvSpPr>
        <p:spPr>
          <a:xfrm>
            <a:off x="146450" y="2979854"/>
            <a:ext cx="3423600" cy="30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Font typeface="Lexend Light"/>
              <a:buNone/>
              <a:defRPr sz="1600">
                <a:latin typeface="Lexend Light"/>
                <a:ea typeface="Lexend Light"/>
                <a:cs typeface="Lexend Light"/>
                <a:sym typeface="Lexend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9pPr>
          </a:lstStyle>
          <a:p/>
        </p:txBody>
      </p:sp>
      <p:sp>
        <p:nvSpPr>
          <p:cNvPr id="242" name="Google Shape;242;p32"/>
          <p:cNvSpPr txBox="1"/>
          <p:nvPr>
            <p:ph idx="7" type="body"/>
          </p:nvPr>
        </p:nvSpPr>
        <p:spPr>
          <a:xfrm>
            <a:off x="3879320" y="2054029"/>
            <a:ext cx="3420000" cy="73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■"/>
              <a:defRPr/>
            </a:lvl9pPr>
          </a:lstStyle>
          <a:p/>
        </p:txBody>
      </p:sp>
      <p:sp>
        <p:nvSpPr>
          <p:cNvPr id="243" name="Google Shape;243;p32"/>
          <p:cNvSpPr txBox="1"/>
          <p:nvPr>
            <p:ph idx="8" type="subTitle"/>
          </p:nvPr>
        </p:nvSpPr>
        <p:spPr>
          <a:xfrm>
            <a:off x="3879320" y="1615475"/>
            <a:ext cx="3423600" cy="30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Font typeface="Lexend Light"/>
              <a:buNone/>
              <a:defRPr sz="1600">
                <a:latin typeface="Lexend Light"/>
                <a:ea typeface="Lexend Light"/>
                <a:cs typeface="Lexend Light"/>
                <a:sym typeface="Lexend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9pPr>
          </a:lstStyle>
          <a:p/>
        </p:txBody>
      </p:sp>
      <p:sp>
        <p:nvSpPr>
          <p:cNvPr id="244" name="Google Shape;244;p32"/>
          <p:cNvSpPr txBox="1"/>
          <p:nvPr>
            <p:ph idx="9" type="body"/>
          </p:nvPr>
        </p:nvSpPr>
        <p:spPr>
          <a:xfrm>
            <a:off x="3879320" y="3418408"/>
            <a:ext cx="3420000" cy="73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■"/>
              <a:defRPr/>
            </a:lvl9pPr>
          </a:lstStyle>
          <a:p/>
        </p:txBody>
      </p:sp>
      <p:sp>
        <p:nvSpPr>
          <p:cNvPr id="245" name="Google Shape;245;p32"/>
          <p:cNvSpPr txBox="1"/>
          <p:nvPr>
            <p:ph idx="13" type="subTitle"/>
          </p:nvPr>
        </p:nvSpPr>
        <p:spPr>
          <a:xfrm>
            <a:off x="3879320" y="2979854"/>
            <a:ext cx="3423600" cy="30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Font typeface="Lexend Light"/>
              <a:buNone/>
              <a:defRPr sz="1600">
                <a:latin typeface="Lexend Light"/>
                <a:ea typeface="Lexend Light"/>
                <a:cs typeface="Lexend Light"/>
                <a:sym typeface="Lexend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154">
          <p15:clr>
            <a:srgbClr val="E46962"/>
          </p15:clr>
        </p15:guide>
        <p15:guide id="2" pos="5617">
          <p15:clr>
            <a:srgbClr val="E46962"/>
          </p15:clr>
        </p15:guide>
        <p15:guide id="3" orient="horz" pos="216">
          <p15:clr>
            <a:srgbClr val="E46962"/>
          </p15:clr>
        </p15:guide>
      </p15:sldGuideLst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eps">
  <p:cSld name="TITLE_1_1_1_1_1_1"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47" name="Google Shape;247;p33"/>
          <p:cNvCxnSpPr/>
          <p:nvPr/>
        </p:nvCxnSpPr>
        <p:spPr>
          <a:xfrm>
            <a:off x="245938" y="4726725"/>
            <a:ext cx="86709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48" name="Google Shape;248;p33"/>
          <p:cNvSpPr txBox="1"/>
          <p:nvPr>
            <p:ph idx="12" type="sldNum"/>
          </p:nvPr>
        </p:nvSpPr>
        <p:spPr>
          <a:xfrm>
            <a:off x="8461460" y="4726725"/>
            <a:ext cx="548700" cy="30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49" name="Google Shape;249;p33"/>
          <p:cNvSpPr txBox="1"/>
          <p:nvPr>
            <p:ph idx="1" type="body"/>
          </p:nvPr>
        </p:nvSpPr>
        <p:spPr>
          <a:xfrm>
            <a:off x="2657270" y="4726725"/>
            <a:ext cx="1492800" cy="30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9pPr>
          </a:lstStyle>
          <a:p/>
        </p:txBody>
      </p:sp>
      <p:sp>
        <p:nvSpPr>
          <p:cNvPr id="250" name="Google Shape;250;p33"/>
          <p:cNvSpPr txBox="1"/>
          <p:nvPr>
            <p:ph idx="2" type="body"/>
          </p:nvPr>
        </p:nvSpPr>
        <p:spPr>
          <a:xfrm>
            <a:off x="155625" y="4726725"/>
            <a:ext cx="1492800" cy="30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9pPr>
          </a:lstStyle>
          <a:p/>
        </p:txBody>
      </p:sp>
      <p:sp>
        <p:nvSpPr>
          <p:cNvPr id="251" name="Google Shape;251;p33"/>
          <p:cNvSpPr txBox="1"/>
          <p:nvPr>
            <p:ph idx="3" type="body"/>
          </p:nvPr>
        </p:nvSpPr>
        <p:spPr>
          <a:xfrm>
            <a:off x="538138" y="490548"/>
            <a:ext cx="2583600" cy="73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●"/>
              <a:defRPr/>
            </a:lvl1pPr>
            <a:lvl2pPr indent="-304800" lvl="1" marL="9144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○"/>
              <a:defRPr/>
            </a:lvl2pPr>
            <a:lvl3pPr indent="-304800" lvl="2" marL="13716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■"/>
              <a:defRPr/>
            </a:lvl3pPr>
            <a:lvl4pPr indent="-304800" lvl="3" marL="18288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●"/>
              <a:defRPr/>
            </a:lvl4pPr>
            <a:lvl5pPr indent="-304800" lvl="4" marL="22860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○"/>
              <a:defRPr/>
            </a:lvl5pPr>
            <a:lvl6pPr indent="-304800" lvl="5" marL="27432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■"/>
              <a:defRPr/>
            </a:lvl6pPr>
            <a:lvl7pPr indent="-304800" lvl="6" marL="32004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●"/>
              <a:defRPr/>
            </a:lvl7pPr>
            <a:lvl8pPr indent="-304800" lvl="7" marL="36576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○"/>
              <a:defRPr/>
            </a:lvl8pPr>
            <a:lvl9pPr indent="-304800" lvl="8" marL="41148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■"/>
              <a:defRPr/>
            </a:lvl9pPr>
          </a:lstStyle>
          <a:p/>
        </p:txBody>
      </p:sp>
      <p:sp>
        <p:nvSpPr>
          <p:cNvPr id="252" name="Google Shape;252;p33"/>
          <p:cNvSpPr txBox="1"/>
          <p:nvPr>
            <p:ph idx="4" type="body"/>
          </p:nvPr>
        </p:nvSpPr>
        <p:spPr>
          <a:xfrm>
            <a:off x="3280200" y="490548"/>
            <a:ext cx="2583600" cy="73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●"/>
              <a:defRPr/>
            </a:lvl1pPr>
            <a:lvl2pPr indent="-304800" lvl="1" marL="9144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○"/>
              <a:defRPr/>
            </a:lvl2pPr>
            <a:lvl3pPr indent="-304800" lvl="2" marL="13716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■"/>
              <a:defRPr/>
            </a:lvl3pPr>
            <a:lvl4pPr indent="-304800" lvl="3" marL="18288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●"/>
              <a:defRPr/>
            </a:lvl4pPr>
            <a:lvl5pPr indent="-304800" lvl="4" marL="22860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○"/>
              <a:defRPr/>
            </a:lvl5pPr>
            <a:lvl6pPr indent="-304800" lvl="5" marL="27432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■"/>
              <a:defRPr/>
            </a:lvl6pPr>
            <a:lvl7pPr indent="-304800" lvl="6" marL="32004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●"/>
              <a:defRPr/>
            </a:lvl7pPr>
            <a:lvl8pPr indent="-304800" lvl="7" marL="36576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○"/>
              <a:defRPr/>
            </a:lvl8pPr>
            <a:lvl9pPr indent="-304800" lvl="8" marL="41148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■"/>
              <a:defRPr/>
            </a:lvl9pPr>
          </a:lstStyle>
          <a:p/>
        </p:txBody>
      </p:sp>
      <p:sp>
        <p:nvSpPr>
          <p:cNvPr id="253" name="Google Shape;253;p33"/>
          <p:cNvSpPr txBox="1"/>
          <p:nvPr>
            <p:ph idx="5" type="body"/>
          </p:nvPr>
        </p:nvSpPr>
        <p:spPr>
          <a:xfrm>
            <a:off x="6025288" y="490548"/>
            <a:ext cx="2583600" cy="73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●"/>
              <a:defRPr/>
            </a:lvl1pPr>
            <a:lvl2pPr indent="-304800" lvl="1" marL="9144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○"/>
              <a:defRPr/>
            </a:lvl2pPr>
            <a:lvl3pPr indent="-304800" lvl="2" marL="13716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■"/>
              <a:defRPr/>
            </a:lvl3pPr>
            <a:lvl4pPr indent="-304800" lvl="3" marL="18288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●"/>
              <a:defRPr/>
            </a:lvl4pPr>
            <a:lvl5pPr indent="-304800" lvl="4" marL="22860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○"/>
              <a:defRPr/>
            </a:lvl5pPr>
            <a:lvl6pPr indent="-304800" lvl="5" marL="27432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■"/>
              <a:defRPr/>
            </a:lvl6pPr>
            <a:lvl7pPr indent="-304800" lvl="6" marL="32004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●"/>
              <a:defRPr/>
            </a:lvl7pPr>
            <a:lvl8pPr indent="-304800" lvl="7" marL="36576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○"/>
              <a:defRPr/>
            </a:lvl8pPr>
            <a:lvl9pPr indent="-304800" lvl="8" marL="41148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■"/>
              <a:defRPr/>
            </a:lvl9pPr>
          </a:lstStyle>
          <a:p/>
        </p:txBody>
      </p:sp>
      <p:sp>
        <p:nvSpPr>
          <p:cNvPr id="254" name="Google Shape;254;p33"/>
          <p:cNvSpPr txBox="1"/>
          <p:nvPr>
            <p:ph idx="6" type="subTitle"/>
          </p:nvPr>
        </p:nvSpPr>
        <p:spPr>
          <a:xfrm>
            <a:off x="535113" y="216218"/>
            <a:ext cx="2586600" cy="30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 sz="140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9pPr>
          </a:lstStyle>
          <a:p/>
        </p:txBody>
      </p:sp>
      <p:sp>
        <p:nvSpPr>
          <p:cNvPr id="255" name="Google Shape;255;p33"/>
          <p:cNvSpPr txBox="1"/>
          <p:nvPr>
            <p:ph idx="7" type="subTitle"/>
          </p:nvPr>
        </p:nvSpPr>
        <p:spPr>
          <a:xfrm>
            <a:off x="3280200" y="216228"/>
            <a:ext cx="2583600" cy="30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 sz="140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9pPr>
          </a:lstStyle>
          <a:p/>
        </p:txBody>
      </p:sp>
      <p:sp>
        <p:nvSpPr>
          <p:cNvPr id="256" name="Google Shape;256;p33"/>
          <p:cNvSpPr txBox="1"/>
          <p:nvPr>
            <p:ph idx="8" type="subTitle"/>
          </p:nvPr>
        </p:nvSpPr>
        <p:spPr>
          <a:xfrm>
            <a:off x="6025288" y="216228"/>
            <a:ext cx="2583600" cy="30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 sz="140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154">
          <p15:clr>
            <a:srgbClr val="E46962"/>
          </p15:clr>
        </p15:guide>
        <p15:guide id="2" pos="5617">
          <p15:clr>
            <a:srgbClr val="E46962"/>
          </p15:clr>
        </p15:guide>
        <p15:guide id="3" orient="horz" pos="216">
          <p15:clr>
            <a:srgbClr val="E46962"/>
          </p15:clr>
        </p15:guide>
      </p15:sldGuideLst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ingle Phone Blank">
  <p:cSld name="TITLE_1_1_1_1_1_1_1"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34"/>
          <p:cNvSpPr/>
          <p:nvPr/>
        </p:nvSpPr>
        <p:spPr>
          <a:xfrm>
            <a:off x="4830625" y="579550"/>
            <a:ext cx="3188700" cy="6824700"/>
          </a:xfrm>
          <a:prstGeom prst="roundRect">
            <a:avLst>
              <a:gd fmla="val 16566" name="adj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59" name="Google Shape;259;p34"/>
          <p:cNvSpPr txBox="1"/>
          <p:nvPr>
            <p:ph idx="12" type="sldNum"/>
          </p:nvPr>
        </p:nvSpPr>
        <p:spPr>
          <a:xfrm>
            <a:off x="8461460" y="4726725"/>
            <a:ext cx="548700" cy="30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60" name="Google Shape;260;p34"/>
          <p:cNvSpPr txBox="1"/>
          <p:nvPr>
            <p:ph idx="1" type="body"/>
          </p:nvPr>
        </p:nvSpPr>
        <p:spPr>
          <a:xfrm>
            <a:off x="2657270" y="4726725"/>
            <a:ext cx="1492800" cy="30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9pPr>
          </a:lstStyle>
          <a:p/>
        </p:txBody>
      </p:sp>
      <p:sp>
        <p:nvSpPr>
          <p:cNvPr id="261" name="Google Shape;261;p34"/>
          <p:cNvSpPr txBox="1"/>
          <p:nvPr>
            <p:ph idx="2" type="body"/>
          </p:nvPr>
        </p:nvSpPr>
        <p:spPr>
          <a:xfrm>
            <a:off x="155625" y="4726725"/>
            <a:ext cx="1492800" cy="30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9pPr>
          </a:lstStyle>
          <a:p/>
        </p:txBody>
      </p:sp>
      <p:sp>
        <p:nvSpPr>
          <p:cNvPr id="262" name="Google Shape;262;p34"/>
          <p:cNvSpPr txBox="1"/>
          <p:nvPr>
            <p:ph type="title"/>
          </p:nvPr>
        </p:nvSpPr>
        <p:spPr>
          <a:xfrm>
            <a:off x="708600" y="1371600"/>
            <a:ext cx="3441600" cy="912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Font typeface="Lexend"/>
              <a:buNone/>
              <a:defRPr sz="30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63" name="Google Shape;263;p34"/>
          <p:cNvSpPr txBox="1"/>
          <p:nvPr>
            <p:ph idx="3" type="body"/>
          </p:nvPr>
        </p:nvSpPr>
        <p:spPr>
          <a:xfrm>
            <a:off x="708600" y="2414025"/>
            <a:ext cx="3294300" cy="113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■"/>
              <a:defRPr/>
            </a:lvl9pPr>
          </a:lstStyle>
          <a:p/>
        </p:txBody>
      </p:sp>
      <p:sp>
        <p:nvSpPr>
          <p:cNvPr id="264" name="Google Shape;264;p34"/>
          <p:cNvSpPr/>
          <p:nvPr/>
        </p:nvSpPr>
        <p:spPr>
          <a:xfrm>
            <a:off x="4625575" y="4726725"/>
            <a:ext cx="3598800" cy="4167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cxnSp>
        <p:nvCxnSpPr>
          <p:cNvPr id="265" name="Google Shape;265;p34"/>
          <p:cNvCxnSpPr/>
          <p:nvPr/>
        </p:nvCxnSpPr>
        <p:spPr>
          <a:xfrm>
            <a:off x="245938" y="4726725"/>
            <a:ext cx="86709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  <p:extLst>
    <p:ext uri="{DCECCB84-F9BA-43D5-87BE-67443E8EF086}">
      <p15:sldGuideLst>
        <p15:guide id="1" pos="154">
          <p15:clr>
            <a:srgbClr val="E46962"/>
          </p15:clr>
        </p15:guide>
        <p15:guide id="2" pos="5617">
          <p15:clr>
            <a:srgbClr val="E46962"/>
          </p15:clr>
        </p15:guide>
        <p15:guide id="3" orient="horz" pos="216">
          <p15:clr>
            <a:srgbClr val="E46962"/>
          </p15:clr>
        </p15:guide>
      </p15:sldGuideLst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ingle Phone with Image">
  <p:cSld name="TITLE_1_1_1_1_1_1_1_1"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35"/>
          <p:cNvSpPr txBox="1"/>
          <p:nvPr>
            <p:ph idx="12" type="sldNum"/>
          </p:nvPr>
        </p:nvSpPr>
        <p:spPr>
          <a:xfrm>
            <a:off x="8461460" y="4726725"/>
            <a:ext cx="548700" cy="30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68" name="Google Shape;268;p35"/>
          <p:cNvSpPr txBox="1"/>
          <p:nvPr>
            <p:ph idx="1" type="body"/>
          </p:nvPr>
        </p:nvSpPr>
        <p:spPr>
          <a:xfrm>
            <a:off x="2657270" y="4726725"/>
            <a:ext cx="1492800" cy="30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9pPr>
          </a:lstStyle>
          <a:p/>
        </p:txBody>
      </p:sp>
      <p:sp>
        <p:nvSpPr>
          <p:cNvPr id="269" name="Google Shape;269;p35"/>
          <p:cNvSpPr txBox="1"/>
          <p:nvPr>
            <p:ph idx="2" type="body"/>
          </p:nvPr>
        </p:nvSpPr>
        <p:spPr>
          <a:xfrm>
            <a:off x="155625" y="4726725"/>
            <a:ext cx="1492800" cy="30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9pPr>
          </a:lstStyle>
          <a:p/>
        </p:txBody>
      </p:sp>
      <p:sp>
        <p:nvSpPr>
          <p:cNvPr id="270" name="Google Shape;270;p35"/>
          <p:cNvSpPr txBox="1"/>
          <p:nvPr>
            <p:ph type="title"/>
          </p:nvPr>
        </p:nvSpPr>
        <p:spPr>
          <a:xfrm>
            <a:off x="708600" y="1371600"/>
            <a:ext cx="3441600" cy="912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Font typeface="Lexend"/>
              <a:buNone/>
              <a:defRPr sz="30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1" name="Google Shape;271;p35"/>
          <p:cNvSpPr txBox="1"/>
          <p:nvPr>
            <p:ph idx="3" type="body"/>
          </p:nvPr>
        </p:nvSpPr>
        <p:spPr>
          <a:xfrm>
            <a:off x="708600" y="2414025"/>
            <a:ext cx="3294300" cy="113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■"/>
              <a:defRPr/>
            </a:lvl9pPr>
          </a:lstStyle>
          <a:p/>
        </p:txBody>
      </p:sp>
      <p:cxnSp>
        <p:nvCxnSpPr>
          <p:cNvPr id="272" name="Google Shape;272;p35"/>
          <p:cNvCxnSpPr/>
          <p:nvPr/>
        </p:nvCxnSpPr>
        <p:spPr>
          <a:xfrm>
            <a:off x="245938" y="4726725"/>
            <a:ext cx="86709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73" name="Google Shape;273;p35"/>
          <p:cNvSpPr/>
          <p:nvPr>
            <p:ph idx="4" type="pic"/>
          </p:nvPr>
        </p:nvSpPr>
        <p:spPr>
          <a:xfrm>
            <a:off x="4839625" y="589800"/>
            <a:ext cx="3169800" cy="6802500"/>
          </a:xfrm>
          <a:prstGeom prst="roundRect">
            <a:avLst>
              <a:gd fmla="val 16574" name="adj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  <p:extLst>
    <p:ext uri="{DCECCB84-F9BA-43D5-87BE-67443E8EF086}">
      <p15:sldGuideLst>
        <p15:guide id="1" pos="154">
          <p15:clr>
            <a:srgbClr val="E46962"/>
          </p15:clr>
        </p15:guide>
        <p15:guide id="2" pos="5617">
          <p15:clr>
            <a:srgbClr val="E46962"/>
          </p15:clr>
        </p15:guide>
        <p15:guide id="3" orient="horz" pos="216">
          <p15:clr>
            <a:srgbClr val="E46962"/>
          </p15:clr>
        </p15:guide>
      </p15:sldGuideLst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creen Library">
  <p:cSld name="TITLE_1_1_1_1_1_1_1_1_1"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36"/>
          <p:cNvSpPr/>
          <p:nvPr>
            <p:ph idx="2" type="pic"/>
          </p:nvPr>
        </p:nvSpPr>
        <p:spPr>
          <a:xfrm>
            <a:off x="4506725" y="1592725"/>
            <a:ext cx="4389000" cy="2724900"/>
          </a:xfrm>
          <a:prstGeom prst="roundRect">
            <a:avLst>
              <a:gd fmla="val 7298" name="adj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6" name="Google Shape;276;p36"/>
          <p:cNvSpPr/>
          <p:nvPr>
            <p:ph idx="3" type="pic"/>
          </p:nvPr>
        </p:nvSpPr>
        <p:spPr>
          <a:xfrm>
            <a:off x="2058025" y="1592725"/>
            <a:ext cx="1947600" cy="2724900"/>
          </a:xfrm>
          <a:prstGeom prst="roundRect">
            <a:avLst>
              <a:gd fmla="val 8007" name="adj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7" name="Google Shape;277;p36"/>
          <p:cNvSpPr/>
          <p:nvPr>
            <p:ph idx="4" type="pic"/>
          </p:nvPr>
        </p:nvSpPr>
        <p:spPr>
          <a:xfrm>
            <a:off x="244425" y="1592725"/>
            <a:ext cx="1312500" cy="2724900"/>
          </a:xfrm>
          <a:prstGeom prst="roundRect">
            <a:avLst>
              <a:gd fmla="val 16574" name="adj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8" name="Google Shape;278;p36"/>
          <p:cNvSpPr txBox="1"/>
          <p:nvPr/>
        </p:nvSpPr>
        <p:spPr>
          <a:xfrm>
            <a:off x="244424" y="1093100"/>
            <a:ext cx="1312500" cy="30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Phone</a:t>
            </a:r>
            <a:endParaRPr/>
          </a:p>
        </p:txBody>
      </p:sp>
      <p:sp>
        <p:nvSpPr>
          <p:cNvPr id="279" name="Google Shape;279;p36"/>
          <p:cNvSpPr txBox="1"/>
          <p:nvPr/>
        </p:nvSpPr>
        <p:spPr>
          <a:xfrm>
            <a:off x="2047975" y="1093100"/>
            <a:ext cx="1967700" cy="30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Tablet</a:t>
            </a:r>
            <a:endParaRPr/>
          </a:p>
        </p:txBody>
      </p:sp>
      <p:sp>
        <p:nvSpPr>
          <p:cNvPr id="280" name="Google Shape;280;p36"/>
          <p:cNvSpPr txBox="1"/>
          <p:nvPr/>
        </p:nvSpPr>
        <p:spPr>
          <a:xfrm>
            <a:off x="4506725" y="1093100"/>
            <a:ext cx="4410000" cy="30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Desktop</a:t>
            </a:r>
            <a:endParaRPr/>
          </a:p>
        </p:txBody>
      </p:sp>
      <p:cxnSp>
        <p:nvCxnSpPr>
          <p:cNvPr id="281" name="Google Shape;281;p36"/>
          <p:cNvCxnSpPr/>
          <p:nvPr/>
        </p:nvCxnSpPr>
        <p:spPr>
          <a:xfrm>
            <a:off x="245938" y="4726725"/>
            <a:ext cx="86709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82" name="Google Shape;282;p36"/>
          <p:cNvSpPr txBox="1"/>
          <p:nvPr>
            <p:ph idx="12" type="sldNum"/>
          </p:nvPr>
        </p:nvSpPr>
        <p:spPr>
          <a:xfrm>
            <a:off x="8461460" y="4726725"/>
            <a:ext cx="548700" cy="30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83" name="Google Shape;283;p36"/>
          <p:cNvSpPr txBox="1"/>
          <p:nvPr>
            <p:ph idx="1" type="body"/>
          </p:nvPr>
        </p:nvSpPr>
        <p:spPr>
          <a:xfrm>
            <a:off x="2657270" y="4726725"/>
            <a:ext cx="1492800" cy="30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9pPr>
          </a:lstStyle>
          <a:p/>
        </p:txBody>
      </p:sp>
      <p:sp>
        <p:nvSpPr>
          <p:cNvPr id="284" name="Google Shape;284;p36"/>
          <p:cNvSpPr txBox="1"/>
          <p:nvPr>
            <p:ph idx="5" type="body"/>
          </p:nvPr>
        </p:nvSpPr>
        <p:spPr>
          <a:xfrm>
            <a:off x="155625" y="4726725"/>
            <a:ext cx="1492800" cy="30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154">
          <p15:clr>
            <a:srgbClr val="E46962"/>
          </p15:clr>
        </p15:guide>
        <p15:guide id="2" pos="5617">
          <p15:clr>
            <a:srgbClr val="E46962"/>
          </p15:clr>
        </p15:guide>
        <p15:guide id="3" orient="horz" pos="216">
          <p15:clr>
            <a:srgbClr val="E46962"/>
          </p15:clr>
        </p15:guide>
      </p15:sldGuideLst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creen Library - No Images">
  <p:cSld name="TITLE_1_1_1_1_1_1_1_1_1_1"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37"/>
          <p:cNvSpPr txBox="1"/>
          <p:nvPr/>
        </p:nvSpPr>
        <p:spPr>
          <a:xfrm>
            <a:off x="244424" y="1093100"/>
            <a:ext cx="1312500" cy="30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Phone</a:t>
            </a:r>
            <a:endParaRPr/>
          </a:p>
        </p:txBody>
      </p:sp>
      <p:sp>
        <p:nvSpPr>
          <p:cNvPr id="287" name="Google Shape;287;p37"/>
          <p:cNvSpPr txBox="1"/>
          <p:nvPr/>
        </p:nvSpPr>
        <p:spPr>
          <a:xfrm>
            <a:off x="2047950" y="1093100"/>
            <a:ext cx="1967700" cy="30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Tablet</a:t>
            </a:r>
            <a:endParaRPr/>
          </a:p>
        </p:txBody>
      </p:sp>
      <p:sp>
        <p:nvSpPr>
          <p:cNvPr id="288" name="Google Shape;288;p37"/>
          <p:cNvSpPr txBox="1"/>
          <p:nvPr/>
        </p:nvSpPr>
        <p:spPr>
          <a:xfrm>
            <a:off x="4506675" y="1093100"/>
            <a:ext cx="4410000" cy="30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Desktop</a:t>
            </a:r>
            <a:endParaRPr/>
          </a:p>
        </p:txBody>
      </p:sp>
      <p:cxnSp>
        <p:nvCxnSpPr>
          <p:cNvPr id="289" name="Google Shape;289;p37"/>
          <p:cNvCxnSpPr/>
          <p:nvPr/>
        </p:nvCxnSpPr>
        <p:spPr>
          <a:xfrm>
            <a:off x="245938" y="4726725"/>
            <a:ext cx="86709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90" name="Google Shape;290;p37"/>
          <p:cNvSpPr txBox="1"/>
          <p:nvPr>
            <p:ph idx="12" type="sldNum"/>
          </p:nvPr>
        </p:nvSpPr>
        <p:spPr>
          <a:xfrm>
            <a:off x="8461460" y="4726725"/>
            <a:ext cx="548700" cy="30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91" name="Google Shape;291;p37"/>
          <p:cNvSpPr txBox="1"/>
          <p:nvPr>
            <p:ph idx="1" type="body"/>
          </p:nvPr>
        </p:nvSpPr>
        <p:spPr>
          <a:xfrm>
            <a:off x="2657270" y="4726725"/>
            <a:ext cx="1492800" cy="30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9pPr>
          </a:lstStyle>
          <a:p/>
        </p:txBody>
      </p:sp>
      <p:sp>
        <p:nvSpPr>
          <p:cNvPr id="292" name="Google Shape;292;p37"/>
          <p:cNvSpPr txBox="1"/>
          <p:nvPr>
            <p:ph idx="2" type="body"/>
          </p:nvPr>
        </p:nvSpPr>
        <p:spPr>
          <a:xfrm>
            <a:off x="155625" y="4726725"/>
            <a:ext cx="1492800" cy="30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154">
          <p15:clr>
            <a:srgbClr val="E46962"/>
          </p15:clr>
        </p15:guide>
        <p15:guide id="2" pos="5617">
          <p15:clr>
            <a:srgbClr val="E46962"/>
          </p15:clr>
        </p15:guide>
        <p15:guide id="3" orient="horz" pos="216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29" Type="http://schemas.openxmlformats.org/officeDocument/2006/relationships/slideLayout" Target="../slideLayouts/slideLayout29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11.xml"/><Relationship Id="rId33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10.xml"/><Relationship Id="rId32" Type="http://schemas.openxmlformats.org/officeDocument/2006/relationships/slideLayout" Target="../slideLayouts/slideLayout32.xml"/><Relationship Id="rId13" Type="http://schemas.openxmlformats.org/officeDocument/2006/relationships/slideLayout" Target="../slideLayouts/slideLayout13.xml"/><Relationship Id="rId35" Type="http://schemas.openxmlformats.org/officeDocument/2006/relationships/slideLayout" Target="../slideLayouts/slideLayout35.xml"/><Relationship Id="rId12" Type="http://schemas.openxmlformats.org/officeDocument/2006/relationships/slideLayout" Target="../slideLayouts/slideLayout12.xml"/><Relationship Id="rId34" Type="http://schemas.openxmlformats.org/officeDocument/2006/relationships/slideLayout" Target="../slideLayouts/slideLayout34.xml"/><Relationship Id="rId15" Type="http://schemas.openxmlformats.org/officeDocument/2006/relationships/slideLayout" Target="../slideLayouts/slideLayout15.xml"/><Relationship Id="rId37" Type="http://schemas.openxmlformats.org/officeDocument/2006/relationships/theme" Target="../theme/theme2.xml"/><Relationship Id="rId14" Type="http://schemas.openxmlformats.org/officeDocument/2006/relationships/slideLayout" Target="../slideLayouts/slideLayout14.xml"/><Relationship Id="rId36" Type="http://schemas.openxmlformats.org/officeDocument/2006/relationships/slideLayout" Target="../slideLayouts/slideLayout36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109800" y="108525"/>
            <a:ext cx="8806800" cy="227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0"/>
              <a:buFont typeface="Lexend Medium"/>
              <a:buNone/>
              <a:defRPr sz="70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sz="2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sz="2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sz="2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sz="2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sz="2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sz="2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sz="2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sz="2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109800" y="2829950"/>
            <a:ext cx="8520600" cy="197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"/>
              <a:buChar char="●"/>
              <a:defRPr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indent="-3048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"/>
              <a:buChar char="○"/>
              <a:defRPr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indent="-3048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"/>
              <a:buChar char="■"/>
              <a:defRPr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indent="-3048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"/>
              <a:buChar char="●"/>
              <a:defRPr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indent="-3048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"/>
              <a:buChar char="○"/>
              <a:defRPr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indent="-3048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"/>
              <a:buChar char="■"/>
              <a:defRPr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indent="-3048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"/>
              <a:buChar char="●"/>
              <a:defRPr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indent="-3048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"/>
              <a:buChar char="○"/>
              <a:defRPr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indent="-3048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"/>
              <a:buChar char="■"/>
              <a:defRPr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61460" y="4726725"/>
            <a:ext cx="548700" cy="30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notesSlide" Target="../notesSlides/notesSlide4.xml"/><Relationship Id="rId3" Type="http://schemas.openxmlformats.org/officeDocument/2006/relationships/hyperlink" Target="https://online.bhcc.edu/mod/assign/view.php?id=2679150&amp;forceview=1" TargetMode="External"/><Relationship Id="rId4" Type="http://schemas.openxmlformats.org/officeDocument/2006/relationships/hyperlink" Target="https://www.kaggle.com/code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38"/>
          <p:cNvSpPr txBox="1"/>
          <p:nvPr>
            <p:ph type="title"/>
          </p:nvPr>
        </p:nvSpPr>
        <p:spPr>
          <a:xfrm>
            <a:off x="116485" y="2712675"/>
            <a:ext cx="5311200" cy="186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0"/>
              <a:t>BHCC CSC 125-03 Python Programming</a:t>
            </a:r>
            <a:endParaRPr sz="5000"/>
          </a:p>
        </p:txBody>
      </p:sp>
      <p:sp>
        <p:nvSpPr>
          <p:cNvPr id="298" name="Google Shape;298;p38"/>
          <p:cNvSpPr txBox="1"/>
          <p:nvPr>
            <p:ph idx="1" type="subTitle"/>
          </p:nvPr>
        </p:nvSpPr>
        <p:spPr>
          <a:xfrm>
            <a:off x="152600" y="832000"/>
            <a:ext cx="2749800" cy="89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/>
              <a:t>Week 14: Errors and Debugging</a:t>
            </a:r>
            <a:endParaRPr sz="2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9" name="Google Shape;299;p38"/>
          <p:cNvSpPr txBox="1"/>
          <p:nvPr>
            <p:ph idx="2" type="body"/>
          </p:nvPr>
        </p:nvSpPr>
        <p:spPr>
          <a:xfrm>
            <a:off x="3825600" y="4736971"/>
            <a:ext cx="1492800" cy="30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BHCC CSC 125-03</a:t>
            </a:r>
            <a:endParaRPr/>
          </a:p>
        </p:txBody>
      </p:sp>
      <p:sp>
        <p:nvSpPr>
          <p:cNvPr id="300" name="Google Shape;300;p38"/>
          <p:cNvSpPr txBox="1"/>
          <p:nvPr>
            <p:ph idx="3" type="body"/>
          </p:nvPr>
        </p:nvSpPr>
        <p:spPr>
          <a:xfrm>
            <a:off x="155625" y="4736971"/>
            <a:ext cx="1763100" cy="30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December 1st, 2025</a:t>
            </a:r>
            <a:endParaRPr/>
          </a:p>
        </p:txBody>
      </p:sp>
      <p:sp>
        <p:nvSpPr>
          <p:cNvPr id="301" name="Google Shape;301;p38"/>
          <p:cNvSpPr txBox="1"/>
          <p:nvPr>
            <p:ph idx="12" type="sldNum"/>
          </p:nvPr>
        </p:nvSpPr>
        <p:spPr>
          <a:xfrm>
            <a:off x="8461460" y="4726725"/>
            <a:ext cx="548700" cy="309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39"/>
          <p:cNvSpPr txBox="1"/>
          <p:nvPr>
            <p:ph idx="12" type="sldNum"/>
          </p:nvPr>
        </p:nvSpPr>
        <p:spPr>
          <a:xfrm>
            <a:off x="8461460" y="4726725"/>
            <a:ext cx="548700" cy="309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07" name="Google Shape;307;p39"/>
          <p:cNvSpPr txBox="1"/>
          <p:nvPr>
            <p:ph type="title"/>
          </p:nvPr>
        </p:nvSpPr>
        <p:spPr>
          <a:xfrm>
            <a:off x="146450" y="186948"/>
            <a:ext cx="4506900" cy="1189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Today’s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Agena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8" name="Google Shape;308;p39"/>
          <p:cNvSpPr txBox="1"/>
          <p:nvPr>
            <p:ph idx="3" type="body"/>
          </p:nvPr>
        </p:nvSpPr>
        <p:spPr>
          <a:xfrm>
            <a:off x="5028550" y="230050"/>
            <a:ext cx="3806400" cy="423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-355600" lvl="0" marL="457200" rtl="0" algn="l">
              <a:spcBef>
                <a:spcPts val="120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Course Schedule Reminder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Quiz Review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Week 14 Code Lecture</a:t>
            </a:r>
            <a:endParaRPr sz="2000"/>
          </a:p>
        </p:txBody>
      </p:sp>
      <p:sp>
        <p:nvSpPr>
          <p:cNvPr id="309" name="Google Shape;309;p39"/>
          <p:cNvSpPr txBox="1"/>
          <p:nvPr>
            <p:ph idx="1" type="body"/>
          </p:nvPr>
        </p:nvSpPr>
        <p:spPr>
          <a:xfrm>
            <a:off x="3825600" y="4736971"/>
            <a:ext cx="1492800" cy="30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BHCC CSC 125-03</a:t>
            </a:r>
            <a:endParaRPr/>
          </a:p>
        </p:txBody>
      </p:sp>
      <p:sp>
        <p:nvSpPr>
          <p:cNvPr id="310" name="Google Shape;310;p39"/>
          <p:cNvSpPr txBox="1"/>
          <p:nvPr>
            <p:ph idx="2" type="body"/>
          </p:nvPr>
        </p:nvSpPr>
        <p:spPr>
          <a:xfrm>
            <a:off x="155625" y="4736971"/>
            <a:ext cx="1763100" cy="30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December 1st, 2025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40"/>
          <p:cNvSpPr txBox="1"/>
          <p:nvPr>
            <p:ph idx="12" type="sldNum"/>
          </p:nvPr>
        </p:nvSpPr>
        <p:spPr>
          <a:xfrm>
            <a:off x="8461460" y="4726725"/>
            <a:ext cx="548700" cy="309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16" name="Google Shape;316;p40"/>
          <p:cNvSpPr txBox="1"/>
          <p:nvPr>
            <p:ph type="title"/>
          </p:nvPr>
        </p:nvSpPr>
        <p:spPr>
          <a:xfrm>
            <a:off x="146450" y="146125"/>
            <a:ext cx="8770200" cy="75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Course Schedule - Final Weeks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7" name="Google Shape;317;p40"/>
          <p:cNvSpPr txBox="1"/>
          <p:nvPr>
            <p:ph idx="3" type="body"/>
          </p:nvPr>
        </p:nvSpPr>
        <p:spPr>
          <a:xfrm>
            <a:off x="244425" y="898550"/>
            <a:ext cx="8590500" cy="356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>
                <a:latin typeface="Arial"/>
                <a:ea typeface="Arial"/>
                <a:cs typeface="Arial"/>
                <a:sym typeface="Arial"/>
              </a:rPr>
              <a:t>WEEK 14 – Monday, December 1st</a:t>
            </a:r>
            <a:endParaRPr b="1" sz="11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SzPts val="1100"/>
              <a:buFont typeface="Arial"/>
              <a:buChar char="●"/>
            </a:pPr>
            <a:r>
              <a:rPr lang="en" sz="1100">
                <a:latin typeface="Arial"/>
                <a:ea typeface="Arial"/>
                <a:cs typeface="Arial"/>
                <a:sym typeface="Arial"/>
              </a:rPr>
              <a:t>Project Design Document has been graded, start working on Final Project Code</a:t>
            </a:r>
            <a:endParaRPr b="1"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>
                <a:latin typeface="Arial"/>
                <a:ea typeface="Arial"/>
                <a:cs typeface="Arial"/>
                <a:sym typeface="Arial"/>
              </a:rPr>
              <a:t>WEEK 15 (LAST CLASS)  – Monday, December 8th</a:t>
            </a:r>
            <a:endParaRPr b="1" sz="11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SzPts val="1100"/>
              <a:buFont typeface="Arial"/>
              <a:buChar char="●"/>
            </a:pPr>
            <a:r>
              <a:rPr lang="en" sz="1100">
                <a:latin typeface="Arial"/>
                <a:ea typeface="Arial"/>
                <a:cs typeface="Arial"/>
                <a:sym typeface="Arial"/>
              </a:rPr>
              <a:t>Special Final Quiz (if you have a laptop bring it, if not we can use the classroom computers, anyone who attends will get full credit) Coffee and Donuts will also be provided </a:t>
            </a:r>
            <a:endParaRPr b="1"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>
                <a:latin typeface="Arial"/>
                <a:ea typeface="Arial"/>
                <a:cs typeface="Arial"/>
                <a:sym typeface="Arial"/>
              </a:rPr>
              <a:t>FINAL PROJECT DUE</a:t>
            </a:r>
            <a:endParaRPr b="1" sz="11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SzPts val="1100"/>
              <a:buFont typeface="Arial"/>
              <a:buChar char="●"/>
            </a:pPr>
            <a:r>
              <a:rPr lang="en" sz="1100">
                <a:latin typeface="Arial"/>
                <a:ea typeface="Arial"/>
                <a:cs typeface="Arial"/>
                <a:sym typeface="Arial"/>
              </a:rPr>
              <a:t>Sunday, December 14th at 11:59 PM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2000"/>
          </a:p>
        </p:txBody>
      </p:sp>
      <p:sp>
        <p:nvSpPr>
          <p:cNvPr id="318" name="Google Shape;318;p40"/>
          <p:cNvSpPr txBox="1"/>
          <p:nvPr>
            <p:ph idx="1" type="body"/>
          </p:nvPr>
        </p:nvSpPr>
        <p:spPr>
          <a:xfrm>
            <a:off x="3825600" y="4736971"/>
            <a:ext cx="1492800" cy="30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BHCC CSC 125-03</a:t>
            </a:r>
            <a:endParaRPr/>
          </a:p>
        </p:txBody>
      </p:sp>
      <p:sp>
        <p:nvSpPr>
          <p:cNvPr id="319" name="Google Shape;319;p40"/>
          <p:cNvSpPr txBox="1"/>
          <p:nvPr>
            <p:ph idx="2" type="body"/>
          </p:nvPr>
        </p:nvSpPr>
        <p:spPr>
          <a:xfrm>
            <a:off x="155625" y="4736971"/>
            <a:ext cx="1763100" cy="30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November 24th, 2025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41"/>
          <p:cNvSpPr txBox="1"/>
          <p:nvPr>
            <p:ph idx="12" type="sldNum"/>
          </p:nvPr>
        </p:nvSpPr>
        <p:spPr>
          <a:xfrm>
            <a:off x="8461460" y="4726725"/>
            <a:ext cx="548700" cy="309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25" name="Google Shape;325;p41"/>
          <p:cNvSpPr txBox="1"/>
          <p:nvPr>
            <p:ph type="title"/>
          </p:nvPr>
        </p:nvSpPr>
        <p:spPr>
          <a:xfrm>
            <a:off x="146450" y="186950"/>
            <a:ext cx="8601300" cy="71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Quiz Review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</a:t>
            </a:r>
            <a:endParaRPr/>
          </a:p>
        </p:txBody>
      </p:sp>
      <p:sp>
        <p:nvSpPr>
          <p:cNvPr id="326" name="Google Shape;326;p41"/>
          <p:cNvSpPr txBox="1"/>
          <p:nvPr>
            <p:ph idx="3" type="body"/>
          </p:nvPr>
        </p:nvSpPr>
        <p:spPr>
          <a:xfrm>
            <a:off x="244425" y="897050"/>
            <a:ext cx="5181600" cy="71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3"/>
              </a:rPr>
              <a:t>https://online.bhcc.edu/mod/assign/view.php?id=2679150&amp;forceview=1</a:t>
            </a:r>
            <a:endParaRPr/>
          </a:p>
        </p:txBody>
      </p:sp>
      <p:sp>
        <p:nvSpPr>
          <p:cNvPr id="327" name="Google Shape;327;p41"/>
          <p:cNvSpPr txBox="1"/>
          <p:nvPr>
            <p:ph idx="1" type="body"/>
          </p:nvPr>
        </p:nvSpPr>
        <p:spPr>
          <a:xfrm>
            <a:off x="3825600" y="4736971"/>
            <a:ext cx="1492800" cy="30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BHCC CSC 125-03</a:t>
            </a:r>
            <a:endParaRPr/>
          </a:p>
        </p:txBody>
      </p:sp>
      <p:sp>
        <p:nvSpPr>
          <p:cNvPr id="328" name="Google Shape;328;p41"/>
          <p:cNvSpPr txBox="1"/>
          <p:nvPr>
            <p:ph idx="2" type="body"/>
          </p:nvPr>
        </p:nvSpPr>
        <p:spPr>
          <a:xfrm>
            <a:off x="155625" y="4736971"/>
            <a:ext cx="1763100" cy="30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November 24th, 2025</a:t>
            </a:r>
            <a:endParaRPr/>
          </a:p>
        </p:txBody>
      </p:sp>
      <p:sp>
        <p:nvSpPr>
          <p:cNvPr id="329" name="Google Shape;329;p41"/>
          <p:cNvSpPr txBox="1"/>
          <p:nvPr/>
        </p:nvSpPr>
        <p:spPr>
          <a:xfrm>
            <a:off x="117825" y="2447563"/>
            <a:ext cx="54348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Code Lecture</a:t>
            </a:r>
            <a:endParaRPr sz="4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0" name="Google Shape;330;p41"/>
          <p:cNvSpPr txBox="1"/>
          <p:nvPr/>
        </p:nvSpPr>
        <p:spPr>
          <a:xfrm>
            <a:off x="282425" y="3143925"/>
            <a:ext cx="4029900" cy="118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u="sng">
                <a:solidFill>
                  <a:schemeClr val="hlink"/>
                </a:solidFill>
                <a:latin typeface="DM Sans"/>
                <a:ea typeface="DM Sans"/>
                <a:cs typeface="DM Sans"/>
                <a:sym typeface="DM Sans"/>
                <a:hlinkClick r:id="rId4"/>
              </a:rPr>
              <a:t>https://www.kaggle.com/code</a:t>
            </a:r>
            <a:endParaRPr sz="12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Professional Development #2">
  <a:themeElements>
    <a:clrScheme name="Simple Light">
      <a:dk1>
        <a:srgbClr val="000000"/>
      </a:dk1>
      <a:lt1>
        <a:srgbClr val="FCEFE5"/>
      </a:lt1>
      <a:dk2>
        <a:srgbClr val="A47FA7"/>
      </a:dk2>
      <a:lt2>
        <a:srgbClr val="2170F2"/>
      </a:lt2>
      <a:accent1>
        <a:srgbClr val="FFD966"/>
      </a:accent1>
      <a:accent2>
        <a:srgbClr val="CC0000"/>
      </a:accent2>
      <a:accent3>
        <a:srgbClr val="646464"/>
      </a:accent3>
      <a:accent4>
        <a:srgbClr val="FFFFFF"/>
      </a:accent4>
      <a:accent5>
        <a:srgbClr val="3D0B37"/>
      </a:accent5>
      <a:accent6>
        <a:srgbClr val="63264A"/>
      </a:accent6>
      <a:hlink>
        <a:srgbClr val="000000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